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cbd0b932e5849fb" /><Relationship Type="http://schemas.openxmlformats.org/officeDocument/2006/relationships/extended-properties" Target="/docProps/app.xml" Id="R79160245d19d4009" /><Relationship Type="http://schemas.openxmlformats.org/officeDocument/2006/relationships/officeDocument" Target="/ppt/presentation.xml" Id="Rb89cf30e6c6b4d97" /></Relationships>
</file>

<file path=ppt/presentation.xml><?xml version="1.0" encoding="utf-8"?>
<p:presentation xmlns:p="http://schemas.openxmlformats.org/presentationml/2006/main">
  <p:sldMasterIdLst>
    <p:sldMasterId xmlns:r="http://schemas.openxmlformats.org/officeDocument/2006/relationships" id="2147483648" r:id="R488e3f4ab2284f9d"/>
  </p:sldMasterIdLst>
  <p:notesMasterIdLst>
    <p:notesMasterId xmlns:r="http://schemas.openxmlformats.org/officeDocument/2006/relationships" r:id="Ra2460c3e1e184a40"/>
  </p:notesMasterIdLst>
  <p:sldIdLst>
    <p:sldId xmlns:r="http://schemas.openxmlformats.org/officeDocument/2006/relationships" id="256" r:id="Re5f0a60cd4534383"/>
    <p:sldId xmlns:r="http://schemas.openxmlformats.org/officeDocument/2006/relationships" id="257" r:id="Rd0310e84aca54cc8"/>
    <p:sldId xmlns:r="http://schemas.openxmlformats.org/officeDocument/2006/relationships" id="258" r:id="R553c4f3927654f3d"/>
    <p:sldId xmlns:r="http://schemas.openxmlformats.org/officeDocument/2006/relationships" id="259" r:id="R73d7583e3d2f4ce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44241b534be4f00" /><Relationship Type="http://schemas.openxmlformats.org/officeDocument/2006/relationships/slideMaster" Target="/ppt/slideMasters/slideMaster1.xml" Id="R488e3f4ab2284f9d" /><Relationship Type="http://schemas.openxmlformats.org/officeDocument/2006/relationships/notesMaster" Target="/ppt/notesMasters/notesMaster1.xml" Id="Ra2460c3e1e184a40" /><Relationship Type="http://schemas.openxmlformats.org/officeDocument/2006/relationships/presProps" Target="/ppt/presProps.xml" Id="R20b6607802474b0a" /><Relationship Type="http://schemas.openxmlformats.org/officeDocument/2006/relationships/tableStyles" Target="/ppt/tableStyles.xml" Id="Rb25df6032b9e4f8d" /><Relationship Type="http://schemas.openxmlformats.org/officeDocument/2006/relationships/slide" Target="/ppt/slides/slide1.xml" Id="Re5f0a60cd4534383" /><Relationship Type="http://schemas.openxmlformats.org/officeDocument/2006/relationships/slide" Target="/ppt/slides/slide2.xml" Id="Rd0310e84aca54cc8" /><Relationship Type="http://schemas.openxmlformats.org/officeDocument/2006/relationships/slide" Target="/ppt/slides/slide3.xml" Id="R553c4f3927654f3d" /><Relationship Type="http://schemas.openxmlformats.org/officeDocument/2006/relationships/slide" Target="/ppt/slides/slide4.xml" Id="R73d7583e3d2f4ce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f00d142d15a4b0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Trace2Skill RDR">
      <a:dk1>
        <a:srgbClr val="000000"/>
      </a:dk1>
      <a:lt1>
        <a:srgbClr val="FFFFFF"/>
      </a:lt1>
      <a:dk2>
        <a:srgbClr val="17393C"/>
      </a:dk2>
      <a:lt2>
        <a:srgbClr val="E5F2EF"/>
      </a:lt2>
      <a:accent1>
        <a:srgbClr val="138779"/>
      </a:accent1>
      <a:accent2>
        <a:srgbClr val="487A8D"/>
      </a:accent2>
      <a:accent3>
        <a:srgbClr val="B9802A"/>
      </a:accent3>
      <a:accent4>
        <a:srgbClr val="B95F58"/>
      </a:accent4>
      <a:accent5>
        <a:srgbClr val="886BAA"/>
      </a:accent5>
      <a:accent6>
        <a:srgbClr val="2F8C68"/>
      </a:accent6>
      <a:hlink>
        <a:srgbClr val="487A8D"/>
      </a:hlink>
      <a:folHlink>
        <a:srgbClr val="886BAA"/>
      </a:folHlink>
    </a:clrScheme>
    <a:fontScheme name="">
      <a:majorFont>
        <a:latin typeface="Aptos"/>
        <a:ea typeface=""/>
        <a:cs typeface=""/>
      </a:majorFont>
      <a:minorFont>
        <a:latin typeface="Aptos"/>
        <a:ea typeface=""/>
        <a:cs typeface=""/>
      </a:minorFont>
    </a:fontScheme>
    <a:fmtScheme name="Trace2Skill RDR">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9ca5d36005445a1" /><Relationship Type="http://schemas.openxmlformats.org/officeDocument/2006/relationships/notesMaster" Target="/ppt/notesMasters/notesMaster1.xml" Id="Rae63632887bc4da1" /></Relationships>
</file>

<file path=ppt/notesSlides/_rels/notesSlide2.xml.rels>&#65279;<?xml version="1.0" encoding="utf-8"?><Relationships xmlns="http://schemas.openxmlformats.org/package/2006/relationships"><Relationship Type="http://schemas.openxmlformats.org/officeDocument/2006/relationships/slide" Target="/ppt/slides/slide2.xml" Id="R362167a9e92b4f49" /><Relationship Type="http://schemas.openxmlformats.org/officeDocument/2006/relationships/notesMaster" Target="/ppt/notesMasters/notesMaster1.xml" Id="R92a7530d9ded498c" /></Relationships>
</file>

<file path=ppt/notesSlides/_rels/notesSlide3.xml.rels>&#65279;<?xml version="1.0" encoding="utf-8"?><Relationships xmlns="http://schemas.openxmlformats.org/package/2006/relationships"><Relationship Type="http://schemas.openxmlformats.org/officeDocument/2006/relationships/slide" Target="/ppt/slides/slide3.xml" Id="Rcfa9bb71119946d2" /><Relationship Type="http://schemas.openxmlformats.org/officeDocument/2006/relationships/notesMaster" Target="/ppt/notesMasters/notesMaster1.xml" Id="Rf2f8d11059674940" /></Relationships>
</file>

<file path=ppt/notesSlides/_rels/notesSlide4.xml.rels>&#65279;<?xml version="1.0" encoding="utf-8"?><Relationships xmlns="http://schemas.openxmlformats.org/package/2006/relationships"><Relationship Type="http://schemas.openxmlformats.org/officeDocument/2006/relationships/slide" Target="/ppt/slides/slide4.xml" Id="Rcafbd93c067143af" /><Relationship Type="http://schemas.openxmlformats.org/officeDocument/2006/relationships/notesMaster" Target="/ppt/notesMasters/notesMaster1.xml" Id="Rdab073f651e74a5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existing Trace2Skill execution, verification and analysis stages stay intact. The bridge replaces only the map output boundary in the offline prototype. The reference engine implements the intended inherited-fragment behavior while the production MCRDR adapter remains blocked by upstream terminal-conclusion suppression.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example, the creator can propose that workbook aggregation is the scope and formula presence is the exception condition. Code traverses the existing tree using the source judgments, chooses a unique scope-compatible ancestor, registers any new rule, and adds a child guarded by both expressions. The creator never needs the topology. A verified analyst repair establishes the failure diagnosis, not the skill patch's effectiveness.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this as a path through the tree for one task. If the workbook is an aggregation task, the scope node matches. If inspection confirms formulas, the formula node adds its writeback guidance. If the task also requests final values, the deeper node removes only that formula-output block and supplies a values-only instruction. The general skill and aggregation guidance remain. Unknown doesn't activate a rule and cannot prove that a protected example is safely excluded. This describes the reference composer; the current upstream engine reports only the terminal conclusion.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counts and XLSX checks come from the local offline verification report. The model quality questions remain open because all MAP and evaluation outputs in the demo are hand-authored recordings. The current engine probe fires all three nodes but only reports the terminal node, so the intended parent-plus-child fragment composition is not yet available through the production engine. That requires code and can be tested without a GPU.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8f8f121eb2f483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d4f6eda3a694a6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a1b2c43defe428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1237b7ea593406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e482aeec4de4c1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5e9538b16b7479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68FA8BA-C1A6-4A22-B529-246EAD08FEF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87AA26D-FB8D-4CEA-8B1C-257B15E2DF2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645295F-3E72-49E2-AA2F-00930532AAD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1BA3D8B-FD22-4A45-B474-71E3A2B3A33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A8DDE18-81FE-4C73-9E53-A9578EEDFA1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515459F-D803-4C93-A7B8-B0EA431E6C6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3B9F6A8-32ED-4C9A-A6EC-BE5F9B63AFF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C07E6B5-BC46-4924-8976-E18AD393529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C68D3BB-758A-4E8C-9C8D-34D5E6FEE30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24E278C-B540-418A-AC40-83827571CF0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17c7d2985314c79" /><Relationship Type="http://schemas.openxmlformats.org/officeDocument/2006/relationships/slideLayout" Target="/ppt/slideLayouts/slideLayout1.xml" Id="R98fd1364ff134a94" /><Relationship Type="http://schemas.openxmlformats.org/officeDocument/2006/relationships/slideLayout" Target="/ppt/slideLayouts/slideLayout2.xml" Id="R1323583de54b40d7" /><Relationship Type="http://schemas.openxmlformats.org/officeDocument/2006/relationships/slideLayout" Target="/ppt/slideLayouts/slideLayout3.xml" Id="Rad786d7162194c6a" /><Relationship Type="http://schemas.openxmlformats.org/officeDocument/2006/relationships/slideLayout" Target="/ppt/slideLayouts/slideLayout4.xml" Id="R6613b21090d54042" /><Relationship Type="http://schemas.openxmlformats.org/officeDocument/2006/relationships/slideLayout" Target="/ppt/slideLayouts/slideLayout5.xml" Id="R9177439e1a684241" /><Relationship Type="http://schemas.openxmlformats.org/officeDocument/2006/relationships/slideLayout" Target="/ppt/slideLayouts/slideLayout6.xml" Id="R0836e9a4c13249a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8fd1364ff134a94"/>
    <p:sldLayoutId xmlns:r="http://schemas.openxmlformats.org/officeDocument/2006/relationships" id="2147483650" r:id="R1323583de54b40d7"/>
    <p:sldLayoutId xmlns:r="http://schemas.openxmlformats.org/officeDocument/2006/relationships" id="2147483651" r:id="Rad786d7162194c6a"/>
    <p:sldLayoutId xmlns:r="http://schemas.openxmlformats.org/officeDocument/2006/relationships" id="2147483652" r:id="R6613b21090d54042"/>
    <p:sldLayoutId xmlns:r="http://schemas.openxmlformats.org/officeDocument/2006/relationships" id="2147483653" r:id="R9177439e1a684241"/>
    <p:sldLayoutId xmlns:r="http://schemas.openxmlformats.org/officeDocument/2006/relationships" id="2147483654" r:id="R0836e9a4c13249a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Trace2Skill RDR">
      <a:dk1>
        <a:srgbClr val="000000"/>
      </a:dk1>
      <a:lt1>
        <a:srgbClr val="FFFFFF"/>
      </a:lt1>
      <a:dk2>
        <a:srgbClr val="17393C"/>
      </a:dk2>
      <a:lt2>
        <a:srgbClr val="E5F2EF"/>
      </a:lt2>
      <a:accent1>
        <a:srgbClr val="138779"/>
      </a:accent1>
      <a:accent2>
        <a:srgbClr val="487A8D"/>
      </a:accent2>
      <a:accent3>
        <a:srgbClr val="B9802A"/>
      </a:accent3>
      <a:accent4>
        <a:srgbClr val="B95F58"/>
      </a:accent4>
      <a:accent5>
        <a:srgbClr val="886BAA"/>
      </a:accent5>
      <a:accent6>
        <a:srgbClr val="2F8C68"/>
      </a:accent6>
      <a:hlink>
        <a:srgbClr val="487A8D"/>
      </a:hlink>
      <a:folHlink>
        <a:srgbClr val="886BAA"/>
      </a:folHlink>
    </a:clrScheme>
    <a:fontScheme name="">
      <a:majorFont>
        <a:latin typeface="Aptos"/>
        <a:ea typeface=""/>
        <a:cs typeface=""/>
      </a:majorFont>
      <a:minorFont>
        <a:latin typeface="Aptos"/>
        <a:ea typeface=""/>
        <a:cs typeface=""/>
      </a:minorFont>
    </a:fontScheme>
    <a:fmtScheme name="Trace2Skill RDR">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82482a3d407441b" /><Relationship Type="http://schemas.openxmlformats.org/officeDocument/2006/relationships/notesSlide" Target="/ppt/notesSlides/notesSlide1.xml" Id="R69b44a3328f3420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7931c062ad2482f" /><Relationship Type="http://schemas.openxmlformats.org/officeDocument/2006/relationships/notesSlide" Target="/ppt/notesSlides/notesSlide2.xml" Id="R50d42f01411442e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26948e6382b4a9c" /><Relationship Type="http://schemas.openxmlformats.org/officeDocument/2006/relationships/notesSlide" Target="/ppt/notesSlides/notesSlide3.xml" Id="R18d4dd6ab6f54cd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3203bb5367d4cb8" /><Relationship Type="http://schemas.openxmlformats.org/officeDocument/2006/relationships/notesSlide" Target="/ppt/notesSlides/notesSlide4.xml" Id="R3687083a2d5a4617" /></Relationships>
</file>

<file path=ppt/slides/slide1.xml><?xml version="1.0" encoding="utf-8"?>
<p:sld xmlns:p="http://schemas.openxmlformats.org/presentationml/2006/main">
  <p:cSld>
    <p:bg>
      <p:bgPr>
        <a:solidFill xmlns:a="http://schemas.openxmlformats.org/drawingml/2006/main">
          <a:srgbClr val="F7F9F7"/>
        </a:solidFill>
      </p:bgPr>
    </p:bg>
    <p:spTree>
      <p:nvGrpSpPr>
        <p:cNvPr id="1" name=""/>
        <p:cNvGrpSpPr/>
        <p:nvPr/>
      </p:nvGrpSpPr>
      <p:grpSpPr>
        <a:xfrm xmlns:a="http://schemas.openxmlformats.org/drawingml/2006/main"/>
      </p:grpSpPr>
      <p:cxnSp>
        <p:nvCxnSpPr>
          <p:cNvPr id="27" name="">
            <a:extLst xmlns:a="http://schemas.openxmlformats.org/drawingml/2006/main">
              <a:ext uri="{FF2B5EF4-FFF2-40B4-BE49-F238E27FC236}">
                <a16:creationId xmlns:a16="http://schemas.microsoft.com/office/drawing/2014/main" id="{6E378B5C-5429-4016-82BE-5F595E490ABB}"/>
              </a:ext>
            </a:extLst>
          </p:cNvPr>
          <p:cNvCxnSpPr>
            <a:stCxn xmlns:a="http://schemas.openxmlformats.org/drawingml/2006/main" id="15" idx="3"/>
            <a:endCxn xmlns:a="http://schemas.openxmlformats.org/drawingml/2006/main" id="20" idx="1"/>
          </p:cNvCxnSpPr>
          <p:nvPr/>
        </p:nvCxnSpPr>
        <p:spPr>
          <a:xfrm xmlns:a="http://schemas.openxmlformats.org/drawingml/2006/main">
            <a:off x="8458200" y="3324225"/>
            <a:ext cx="342900" cy="0"/>
          </a:xfrm>
          <a:prstGeom xmlns:a="http://schemas.openxmlformats.org/drawingml/2006/main" prst="straightConnector1">
            <a:avLst/>
          </a:prstGeom>
          <a:ln xmlns:a="http://schemas.openxmlformats.org/drawingml/2006/main" w="19050">
            <a:solidFill>
              <a:srgbClr val="7D9290"/>
            </a:solidFill>
            <a:prstDash val="solid"/>
            <a:tailEnd type="triangle" w="sm" len="sm"/>
          </a:ln>
        </p:spPr>
      </p:cxnSp>
      <p:cxnSp>
        <p:nvCxnSpPr>
          <p:cNvPr id="26" name="">
            <a:extLst xmlns:a="http://schemas.openxmlformats.org/drawingml/2006/main">
              <a:ext uri="{FF2B5EF4-FFF2-40B4-BE49-F238E27FC236}">
                <a16:creationId xmlns:a16="http://schemas.microsoft.com/office/drawing/2014/main" id="{A0915560-4CCE-4AA0-9B5A-63CCA1260B92}"/>
              </a:ext>
            </a:extLst>
          </p:cNvPr>
          <p:cNvCxnSpPr>
            <a:stCxn xmlns:a="http://schemas.openxmlformats.org/drawingml/2006/main" id="10" idx="3"/>
            <a:endCxn xmlns:a="http://schemas.openxmlformats.org/drawingml/2006/main" id="15" idx="1"/>
          </p:cNvCxnSpPr>
          <p:nvPr/>
        </p:nvCxnSpPr>
        <p:spPr>
          <a:xfrm xmlns:a="http://schemas.openxmlformats.org/drawingml/2006/main">
            <a:off x="5772150" y="3324225"/>
            <a:ext cx="342900" cy="0"/>
          </a:xfrm>
          <a:prstGeom xmlns:a="http://schemas.openxmlformats.org/drawingml/2006/main" prst="straightConnector1">
            <a:avLst/>
          </a:prstGeom>
          <a:ln xmlns:a="http://schemas.openxmlformats.org/drawingml/2006/main" w="19050">
            <a:solidFill>
              <a:srgbClr val="7D9290"/>
            </a:solidFill>
            <a:prstDash val="solid"/>
            <a:tailEnd type="triangle" w="sm" len="sm"/>
          </a:ln>
        </p:spPr>
      </p:cxnSp>
      <p:cxnSp>
        <p:nvCxnSpPr>
          <p:cNvPr id="25" name="">
            <a:extLst xmlns:a="http://schemas.openxmlformats.org/drawingml/2006/main">
              <a:ext uri="{FF2B5EF4-FFF2-40B4-BE49-F238E27FC236}">
                <a16:creationId xmlns:a16="http://schemas.microsoft.com/office/drawing/2014/main" id="{1EE6D8C8-9D0F-47CE-8009-5780EE4396F9}"/>
              </a:ext>
            </a:extLst>
          </p:cNvPr>
          <p:cNvCxnSpPr>
            <a:stCxn xmlns:a="http://schemas.openxmlformats.org/drawingml/2006/main" id="5" idx="3"/>
            <a:endCxn xmlns:a="http://schemas.openxmlformats.org/drawingml/2006/main" id="10" idx="1"/>
          </p:cNvCxnSpPr>
          <p:nvPr/>
        </p:nvCxnSpPr>
        <p:spPr>
          <a:xfrm xmlns:a="http://schemas.openxmlformats.org/drawingml/2006/main">
            <a:off x="3086100" y="3324225"/>
            <a:ext cx="342900" cy="0"/>
          </a:xfrm>
          <a:prstGeom xmlns:a="http://schemas.openxmlformats.org/drawingml/2006/main" prst="straightConnector1">
            <a:avLst/>
          </a:prstGeom>
          <a:ln xmlns:a="http://schemas.openxmlformats.org/drawingml/2006/main" w="19050">
            <a:solidFill>
              <a:srgbClr val="7D9290"/>
            </a:solidFill>
            <a:prstDash val="solid"/>
            <a:tailEnd type="triangle" w="sm" len="sm"/>
          </a:ln>
        </p:spPr>
      </p:cxnSp>
      <p:sp>
        <p:nvSpPr>
          <p:cNvPr id="31" name="title-1">
            <a:extLst xmlns:a="http://schemas.openxmlformats.org/drawingml/2006/main">
              <a:ext uri="{FF2B5EF4-FFF2-40B4-BE49-F238E27FC236}">
                <a16:creationId xmlns:a16="http://schemas.microsoft.com/office/drawing/2014/main" id="{1764A5EC-1662-4365-9A90-1F2B6C0DAA85}"/>
              </a:ext>
            </a:extLst>
          </p:cNvPr>
          <p:cNvSpPr>
            <a:spLocks xmlns:a="http://schemas.openxmlformats.org/drawingml/2006/main" noGrp="1"/>
          </p:cNvSpPr>
          <p:nvPr/>
        </p:nvSpPr>
        <p:spPr>
          <a:xfrm xmlns:a="http://schemas.openxmlformats.org/drawingml/2006/main">
            <a:off x="685800" y="457200"/>
            <a:ext cx="10744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750" b="1">
                <a:solidFill>
                  <a:srgbClr val="17393C"/>
                </a:solidFill>
                <a:latin typeface="Arial"/>
                <a:ea typeface="Arial"/>
                <a:cs typeface="Arial"/>
              </a:defRPr>
            </a:defPPr>
            <a:lvl1pPr algn="l">
              <a:defRPr sz="3750" b="1">
                <a:solidFill>
                  <a:srgbClr val="17393C"/>
                </a:solidFill>
                <a:latin typeface="Arial"/>
                <a:ea typeface="Arial"/>
                <a:cs typeface="Arial"/>
              </a:defRPr>
            </a:lvl1pPr>
            <a:lvl2pPr algn="l">
              <a:defRPr sz="3750" b="1">
                <a:solidFill>
                  <a:srgbClr val="17393C"/>
                </a:solidFill>
                <a:latin typeface="Arial"/>
                <a:ea typeface="Arial"/>
                <a:cs typeface="Arial"/>
              </a:defRPr>
            </a:lvl2pPr>
            <a:lvl3pPr algn="l">
              <a:defRPr sz="3750" b="1">
                <a:solidFill>
                  <a:srgbClr val="17393C"/>
                </a:solidFill>
                <a:latin typeface="Arial"/>
                <a:ea typeface="Arial"/>
                <a:cs typeface="Arial"/>
              </a:defRPr>
            </a:lvl3pPr>
            <a:lvl4pPr algn="l">
              <a:defRPr sz="3750" b="1">
                <a:solidFill>
                  <a:srgbClr val="17393C"/>
                </a:solidFill>
                <a:latin typeface="Arial"/>
                <a:ea typeface="Arial"/>
                <a:cs typeface="Arial"/>
              </a:defRPr>
            </a:lvl4pPr>
            <a:lvl5pPr algn="l">
              <a:defRPr sz="3750" b="1">
                <a:solidFill>
                  <a:srgbClr val="17393C"/>
                </a:solidFill>
                <a:latin typeface="Arial"/>
                <a:ea typeface="Arial"/>
                <a:cs typeface="Arial"/>
              </a:defRPr>
            </a:lvl5pPr>
            <a:lvl6pPr algn="l">
              <a:defRPr sz="3750" b="1">
                <a:solidFill>
                  <a:srgbClr val="17393C"/>
                </a:solidFill>
                <a:latin typeface="Arial"/>
                <a:ea typeface="Arial"/>
                <a:cs typeface="Arial"/>
              </a:defRPr>
            </a:lvl6pPr>
            <a:lvl7pPr algn="l">
              <a:defRPr sz="3750" b="1">
                <a:solidFill>
                  <a:srgbClr val="17393C"/>
                </a:solidFill>
                <a:latin typeface="Arial"/>
                <a:ea typeface="Arial"/>
                <a:cs typeface="Arial"/>
              </a:defRPr>
            </a:lvl7pPr>
            <a:lvl8pPr algn="l">
              <a:defRPr sz="3750" b="1">
                <a:solidFill>
                  <a:srgbClr val="17393C"/>
                </a:solidFill>
                <a:latin typeface="Arial"/>
                <a:ea typeface="Arial"/>
                <a:cs typeface="Arial"/>
              </a:defRPr>
            </a:lvl8pPr>
            <a:lvl9pPr algn="l">
              <a:defRPr sz="3750" b="1">
                <a:solidFill>
                  <a:srgbClr val="17393C"/>
                </a:solidFill>
                <a:latin typeface="Arial"/>
                <a:ea typeface="Arial"/>
                <a:cs typeface="Arial"/>
              </a:defRPr>
            </a:lvl9pPr>
          </a:lstStyle>
          <a:p xmlns:a="http://schemas.openxmlformats.org/drawingml/2006/main">
            <a:pPr algn="l">
              <a:lnSpc>
                <a:spcPct val="104000"/>
              </a:lnSpc>
              <a:buNone/>
              <a:defRPr sz="3750" b="1">
                <a:solidFill>
                  <a:srgbClr val="17393C"/>
                </a:solidFill>
                <a:latin typeface="Arial"/>
                <a:ea typeface="Arial"/>
                <a:cs typeface="Arial"/>
              </a:defRPr>
            </a:pPr>
            <a:r>
              <a:rPr sz="3750" b="1">
                <a:solidFill>
                  <a:srgbClr val="17393C"/>
                </a:solidFill>
                <a:latin typeface="Arial"/>
                <a:ea typeface="Arial"/>
                <a:cs typeface="Arial"/>
              </a:rPr>
              <a:t>Trace2Skill integration</a:t>
            </a:r>
          </a:p>
        </p:txBody>
      </p:sp>
      <p:sp>
        <p:nvSpPr>
          <p:cNvPr id="2" name="subtitle-1">
            <a:extLst xmlns:a="http://schemas.openxmlformats.org/drawingml/2006/main">
              <a:ext uri="{FF2B5EF4-FFF2-40B4-BE49-F238E27FC236}">
                <a16:creationId xmlns:a16="http://schemas.microsoft.com/office/drawing/2014/main" id="{F2346DB6-9C8E-4D1F-86F9-3F9E6F917995}"/>
              </a:ext>
            </a:extLst>
          </p:cNvPr>
          <p:cNvSpPr>
            <a:spLocks xmlns:a="http://schemas.openxmlformats.org/drawingml/2006/main" noGrp="1"/>
          </p:cNvSpPr>
          <p:nvPr/>
        </p:nvSpPr>
        <p:spPr>
          <a:xfrm xmlns:a="http://schemas.openxmlformats.org/drawingml/2006/main">
            <a:off x="723900" y="110490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0">
                <a:solidFill>
                  <a:srgbClr val="34595D"/>
                </a:solidFill>
                <a:latin typeface="Arial"/>
                <a:ea typeface="Arial"/>
                <a:cs typeface="Arial"/>
              </a:defRPr>
            </a:defPPr>
            <a:lvl1pPr algn="l">
              <a:defRPr sz="1725" b="0">
                <a:solidFill>
                  <a:srgbClr val="34595D"/>
                </a:solidFill>
                <a:latin typeface="Arial"/>
                <a:ea typeface="Arial"/>
                <a:cs typeface="Arial"/>
              </a:defRPr>
            </a:lvl1pPr>
            <a:lvl2pPr algn="l">
              <a:defRPr sz="1725" b="0">
                <a:solidFill>
                  <a:srgbClr val="34595D"/>
                </a:solidFill>
                <a:latin typeface="Arial"/>
                <a:ea typeface="Arial"/>
                <a:cs typeface="Arial"/>
              </a:defRPr>
            </a:lvl2pPr>
            <a:lvl3pPr algn="l">
              <a:defRPr sz="1725" b="0">
                <a:solidFill>
                  <a:srgbClr val="34595D"/>
                </a:solidFill>
                <a:latin typeface="Arial"/>
                <a:ea typeface="Arial"/>
                <a:cs typeface="Arial"/>
              </a:defRPr>
            </a:lvl3pPr>
            <a:lvl4pPr algn="l">
              <a:defRPr sz="1725" b="0">
                <a:solidFill>
                  <a:srgbClr val="34595D"/>
                </a:solidFill>
                <a:latin typeface="Arial"/>
                <a:ea typeface="Arial"/>
                <a:cs typeface="Arial"/>
              </a:defRPr>
            </a:lvl4pPr>
            <a:lvl5pPr algn="l">
              <a:defRPr sz="1725" b="0">
                <a:solidFill>
                  <a:srgbClr val="34595D"/>
                </a:solidFill>
                <a:latin typeface="Arial"/>
                <a:ea typeface="Arial"/>
                <a:cs typeface="Arial"/>
              </a:defRPr>
            </a:lvl5pPr>
            <a:lvl6pPr algn="l">
              <a:defRPr sz="1725" b="0">
                <a:solidFill>
                  <a:srgbClr val="34595D"/>
                </a:solidFill>
                <a:latin typeface="Arial"/>
                <a:ea typeface="Arial"/>
                <a:cs typeface="Arial"/>
              </a:defRPr>
            </a:lvl6pPr>
            <a:lvl7pPr algn="l">
              <a:defRPr sz="1725" b="0">
                <a:solidFill>
                  <a:srgbClr val="34595D"/>
                </a:solidFill>
                <a:latin typeface="Arial"/>
                <a:ea typeface="Arial"/>
                <a:cs typeface="Arial"/>
              </a:defRPr>
            </a:lvl7pPr>
            <a:lvl8pPr algn="l">
              <a:defRPr sz="1725" b="0">
                <a:solidFill>
                  <a:srgbClr val="34595D"/>
                </a:solidFill>
                <a:latin typeface="Arial"/>
                <a:ea typeface="Arial"/>
                <a:cs typeface="Arial"/>
              </a:defRPr>
            </a:lvl8pPr>
            <a:lvl9pPr algn="l">
              <a:defRPr sz="1725" b="0">
                <a:solidFill>
                  <a:srgbClr val="34595D"/>
                </a:solidFill>
                <a:latin typeface="Arial"/>
                <a:ea typeface="Arial"/>
                <a:cs typeface="Arial"/>
              </a:defRPr>
            </a:lvl9pPr>
          </a:lstStyle>
          <a:p xmlns:a="http://schemas.openxmlformats.org/drawingml/2006/main">
            <a:pPr algn="l">
              <a:lnSpc>
                <a:spcPct val="104000"/>
              </a:lnSpc>
              <a:buNone/>
              <a:defRPr sz="1725" b="0">
                <a:solidFill>
                  <a:srgbClr val="34595D"/>
                </a:solidFill>
                <a:latin typeface="Arial"/>
                <a:ea typeface="Arial"/>
                <a:cs typeface="Arial"/>
              </a:defRPr>
            </a:pPr>
            <a:r>
              <a:rPr sz="1725" b="0">
                <a:solidFill>
                  <a:srgbClr val="34595D"/>
                </a:solidFill>
                <a:latin typeface="Arial"/>
                <a:ea typeface="Arial"/>
                <a:cs typeface="Arial"/>
              </a:rPr>
              <a:t>Verified failures become scoped skill exceptions, selected from task context.</a:t>
            </a:r>
          </a:p>
        </p:txBody>
      </p:sp>
      <p:sp>
        <p:nvSpPr>
          <p:cNvPr id="3" name="">
            <a:extLst xmlns:a="http://schemas.openxmlformats.org/drawingml/2006/main">
              <a:ext uri="{FF2B5EF4-FFF2-40B4-BE49-F238E27FC236}">
                <a16:creationId xmlns:a16="http://schemas.microsoft.com/office/drawing/2014/main" id="{99C74665-B1C0-43F5-A15A-5B1CB0DCC2D9}"/>
              </a:ext>
            </a:extLst>
          </p:cNvPr>
          <p:cNvSpPr>
            <a:spLocks xmlns:a="http://schemas.openxmlformats.org/drawingml/2006/main" noGrp="1"/>
          </p:cNvSpPr>
          <p:nvPr/>
        </p:nvSpPr>
        <p:spPr>
          <a:xfrm xmlns:a="http://schemas.openxmlformats.org/drawingml/2006/main">
            <a:off x="723900" y="6429375"/>
            <a:ext cx="10744200" cy="0"/>
          </a:xfrm>
          <a:prstGeom xmlns:a="http://schemas.openxmlformats.org/drawingml/2006/main" prst="line">
            <a:avLst/>
          </a:prstGeom>
          <a:noFill xmlns:a="http://schemas.openxmlformats.org/drawingml/2006/main"/>
          <a:ln xmlns:a="http://schemas.openxmlformats.org/drawingml/2006/main" w="9525">
            <a:solidFill>
              <a:srgbClr val="CAD8D4"/>
            </a:solidFill>
            <a:prstDash val="solid"/>
          </a:ln>
        </p:spPr>
      </p:sp>
      <p:sp>
        <p:nvSpPr>
          <p:cNvPr id="4" name="page-1">
            <a:extLst xmlns:a="http://schemas.openxmlformats.org/drawingml/2006/main">
              <a:ext uri="{FF2B5EF4-FFF2-40B4-BE49-F238E27FC236}">
                <a16:creationId xmlns:a16="http://schemas.microsoft.com/office/drawing/2014/main" id="{D8CADC88-081A-4946-B4F2-80CDE78C8F03}"/>
              </a:ext>
            </a:extLst>
          </p:cNvPr>
          <p:cNvSpPr>
            <a:spLocks xmlns:a="http://schemas.openxmlformats.org/drawingml/2006/main" noGrp="1"/>
          </p:cNvSpPr>
          <p:nvPr/>
        </p:nvSpPr>
        <p:spPr>
          <a:xfrm xmlns:a="http://schemas.openxmlformats.org/drawingml/2006/main">
            <a:off x="10629900" y="6505575"/>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125" b="0">
                <a:solidFill>
                  <a:srgbClr val="5C7474"/>
                </a:solidFill>
                <a:latin typeface="Arial"/>
                <a:ea typeface="Arial"/>
                <a:cs typeface="Arial"/>
              </a:defRPr>
            </a:defPPr>
            <a:lvl1pPr algn="r">
              <a:defRPr sz="1125" b="0">
                <a:solidFill>
                  <a:srgbClr val="5C7474"/>
                </a:solidFill>
                <a:latin typeface="Arial"/>
                <a:ea typeface="Arial"/>
                <a:cs typeface="Arial"/>
              </a:defRPr>
            </a:lvl1pPr>
            <a:lvl2pPr algn="r">
              <a:defRPr sz="1125" b="0">
                <a:solidFill>
                  <a:srgbClr val="5C7474"/>
                </a:solidFill>
                <a:latin typeface="Arial"/>
                <a:ea typeface="Arial"/>
                <a:cs typeface="Arial"/>
              </a:defRPr>
            </a:lvl2pPr>
            <a:lvl3pPr algn="r">
              <a:defRPr sz="1125" b="0">
                <a:solidFill>
                  <a:srgbClr val="5C7474"/>
                </a:solidFill>
                <a:latin typeface="Arial"/>
                <a:ea typeface="Arial"/>
                <a:cs typeface="Arial"/>
              </a:defRPr>
            </a:lvl3pPr>
            <a:lvl4pPr algn="r">
              <a:defRPr sz="1125" b="0">
                <a:solidFill>
                  <a:srgbClr val="5C7474"/>
                </a:solidFill>
                <a:latin typeface="Arial"/>
                <a:ea typeface="Arial"/>
                <a:cs typeface="Arial"/>
              </a:defRPr>
            </a:lvl4pPr>
            <a:lvl5pPr algn="r">
              <a:defRPr sz="1125" b="0">
                <a:solidFill>
                  <a:srgbClr val="5C7474"/>
                </a:solidFill>
                <a:latin typeface="Arial"/>
                <a:ea typeface="Arial"/>
                <a:cs typeface="Arial"/>
              </a:defRPr>
            </a:lvl5pPr>
            <a:lvl6pPr algn="r">
              <a:defRPr sz="1125" b="0">
                <a:solidFill>
                  <a:srgbClr val="5C7474"/>
                </a:solidFill>
                <a:latin typeface="Arial"/>
                <a:ea typeface="Arial"/>
                <a:cs typeface="Arial"/>
              </a:defRPr>
            </a:lvl6pPr>
            <a:lvl7pPr algn="r">
              <a:defRPr sz="1125" b="0">
                <a:solidFill>
                  <a:srgbClr val="5C7474"/>
                </a:solidFill>
                <a:latin typeface="Arial"/>
                <a:ea typeface="Arial"/>
                <a:cs typeface="Arial"/>
              </a:defRPr>
            </a:lvl7pPr>
            <a:lvl8pPr algn="r">
              <a:defRPr sz="1125" b="0">
                <a:solidFill>
                  <a:srgbClr val="5C7474"/>
                </a:solidFill>
                <a:latin typeface="Arial"/>
                <a:ea typeface="Arial"/>
                <a:cs typeface="Arial"/>
              </a:defRPr>
            </a:lvl8pPr>
            <a:lvl9pPr algn="r">
              <a:defRPr sz="1125" b="0">
                <a:solidFill>
                  <a:srgbClr val="5C7474"/>
                </a:solidFill>
                <a:latin typeface="Arial"/>
                <a:ea typeface="Arial"/>
                <a:cs typeface="Arial"/>
              </a:defRPr>
            </a:lvl9pPr>
          </a:lstStyle>
          <a:p xmlns:a="http://schemas.openxmlformats.org/drawingml/2006/main">
            <a:pPr algn="r">
              <a:lnSpc>
                <a:spcPct val="104000"/>
              </a:lnSpc>
              <a:buNone/>
              <a:defRPr sz="1125" b="0">
                <a:solidFill>
                  <a:srgbClr val="5C7474"/>
                </a:solidFill>
                <a:latin typeface="Arial"/>
                <a:ea typeface="Arial"/>
                <a:cs typeface="Arial"/>
              </a:defRPr>
            </a:pPr>
            <a:r>
              <a:rPr sz="1125" b="0">
                <a:solidFill>
                  <a:srgbClr val="5C7474"/>
                </a:solidFill>
                <a:latin typeface="Arial"/>
                <a:ea typeface="Arial"/>
                <a:cs typeface="Arial"/>
              </a:rPr>
              <a:t>01 / 04</a:t>
            </a:r>
          </a:p>
        </p:txBody>
      </p:sp>
      <p:sp>
        <p:nvSpPr>
          <p:cNvPr id="5" name="trace">
            <a:extLst xmlns:a="http://schemas.openxmlformats.org/drawingml/2006/main">
              <a:ext uri="{FF2B5EF4-FFF2-40B4-BE49-F238E27FC236}">
                <a16:creationId xmlns:a16="http://schemas.microsoft.com/office/drawing/2014/main" id="{D9937474-0993-43A6-921E-5F7289B65651}"/>
              </a:ext>
            </a:extLst>
          </p:cNvPr>
          <p:cNvSpPr>
            <a:spLocks xmlns:a="http://schemas.openxmlformats.org/drawingml/2006/main" noGrp="1"/>
          </p:cNvSpPr>
          <p:nvPr/>
        </p:nvSpPr>
        <p:spPr>
          <a:xfrm xmlns:a="http://schemas.openxmlformats.org/drawingml/2006/main">
            <a:off x="742950" y="2057400"/>
            <a:ext cx="2343150" cy="2533650"/>
          </a:xfrm>
          <a:prstGeom xmlns:a="http://schemas.openxmlformats.org/drawingml/2006/main" prst="roundRect">
            <a:avLst>
              <a:gd name="adj" fmla="val 4065"/>
            </a:avLst>
          </a:prstGeom>
          <a:solidFill xmlns:a="http://schemas.openxmlformats.org/drawingml/2006/main">
            <a:srgbClr val="FFFFFF"/>
          </a:solidFill>
          <a:ln xmlns:a="http://schemas.openxmlformats.org/drawingml/2006/main" w="11430">
            <a:solidFill>
              <a:srgbClr val="CAD8D4"/>
            </a:solidFill>
            <a:prstDash val="solid"/>
          </a:ln>
        </p:spPr>
      </p:sp>
      <p:sp>
        <p:nvSpPr>
          <p:cNvPr id="6" name="trace-accent">
            <a:extLst xmlns:a="http://schemas.openxmlformats.org/drawingml/2006/main">
              <a:ext uri="{FF2B5EF4-FFF2-40B4-BE49-F238E27FC236}">
                <a16:creationId xmlns:a16="http://schemas.microsoft.com/office/drawing/2014/main" id="{1741C02F-4F58-4044-AC6B-4F08F5A677DF}"/>
              </a:ext>
            </a:extLst>
          </p:cNvPr>
          <p:cNvSpPr>
            <a:spLocks xmlns:a="http://schemas.openxmlformats.org/drawingml/2006/main" noGrp="1"/>
          </p:cNvSpPr>
          <p:nvPr/>
        </p:nvSpPr>
        <p:spPr>
          <a:xfrm xmlns:a="http://schemas.openxmlformats.org/drawingml/2006/main">
            <a:off x="742950" y="2057400"/>
            <a:ext cx="76200" cy="2533650"/>
          </a:xfrm>
          <a:prstGeom xmlns:a="http://schemas.openxmlformats.org/drawingml/2006/main" prst="rect">
            <a:avLst/>
          </a:prstGeom>
          <a:solidFill xmlns:a="http://schemas.openxmlformats.org/drawingml/2006/main">
            <a:srgbClr val="487A8D"/>
          </a:solidFill>
          <a:ln xmlns:a="http://schemas.openxmlformats.org/drawingml/2006/main" w="0">
            <a:solidFill>
              <a:srgbClr val="487A8D"/>
            </a:solidFill>
            <a:prstDash val="solid"/>
          </a:ln>
        </p:spPr>
      </p:sp>
      <p:sp>
        <p:nvSpPr>
          <p:cNvPr id="7" name="trace-kicker">
            <a:extLst xmlns:a="http://schemas.openxmlformats.org/drawingml/2006/main">
              <a:ext uri="{FF2B5EF4-FFF2-40B4-BE49-F238E27FC236}">
                <a16:creationId xmlns:a16="http://schemas.microsoft.com/office/drawing/2014/main" id="{CD45A6C0-BBEC-404C-B4F0-CFF832ACACE4}"/>
              </a:ext>
            </a:extLst>
          </p:cNvPr>
          <p:cNvSpPr>
            <a:spLocks xmlns:a="http://schemas.openxmlformats.org/drawingml/2006/main" noGrp="1"/>
          </p:cNvSpPr>
          <p:nvPr/>
        </p:nvSpPr>
        <p:spPr>
          <a:xfrm xmlns:a="http://schemas.openxmlformats.org/drawingml/2006/main">
            <a:off x="962025" y="2266950"/>
            <a:ext cx="1943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00" b="1">
                <a:solidFill>
                  <a:srgbClr val="487A8D"/>
                </a:solidFill>
                <a:latin typeface="Arial"/>
                <a:ea typeface="Arial"/>
                <a:cs typeface="Arial"/>
              </a:defRPr>
            </a:defPPr>
            <a:lvl1pPr algn="l">
              <a:defRPr sz="1200" b="1">
                <a:solidFill>
                  <a:srgbClr val="487A8D"/>
                </a:solidFill>
                <a:latin typeface="Arial"/>
                <a:ea typeface="Arial"/>
                <a:cs typeface="Arial"/>
              </a:defRPr>
            </a:lvl1pPr>
            <a:lvl2pPr algn="l">
              <a:defRPr sz="1200" b="1">
                <a:solidFill>
                  <a:srgbClr val="487A8D"/>
                </a:solidFill>
                <a:latin typeface="Arial"/>
                <a:ea typeface="Arial"/>
                <a:cs typeface="Arial"/>
              </a:defRPr>
            </a:lvl2pPr>
            <a:lvl3pPr algn="l">
              <a:defRPr sz="1200" b="1">
                <a:solidFill>
                  <a:srgbClr val="487A8D"/>
                </a:solidFill>
                <a:latin typeface="Arial"/>
                <a:ea typeface="Arial"/>
                <a:cs typeface="Arial"/>
              </a:defRPr>
            </a:lvl3pPr>
            <a:lvl4pPr algn="l">
              <a:defRPr sz="1200" b="1">
                <a:solidFill>
                  <a:srgbClr val="487A8D"/>
                </a:solidFill>
                <a:latin typeface="Arial"/>
                <a:ea typeface="Arial"/>
                <a:cs typeface="Arial"/>
              </a:defRPr>
            </a:lvl4pPr>
            <a:lvl5pPr algn="l">
              <a:defRPr sz="1200" b="1">
                <a:solidFill>
                  <a:srgbClr val="487A8D"/>
                </a:solidFill>
                <a:latin typeface="Arial"/>
                <a:ea typeface="Arial"/>
                <a:cs typeface="Arial"/>
              </a:defRPr>
            </a:lvl5pPr>
            <a:lvl6pPr algn="l">
              <a:defRPr sz="1200" b="1">
                <a:solidFill>
                  <a:srgbClr val="487A8D"/>
                </a:solidFill>
                <a:latin typeface="Arial"/>
                <a:ea typeface="Arial"/>
                <a:cs typeface="Arial"/>
              </a:defRPr>
            </a:lvl6pPr>
            <a:lvl7pPr algn="l">
              <a:defRPr sz="1200" b="1">
                <a:solidFill>
                  <a:srgbClr val="487A8D"/>
                </a:solidFill>
                <a:latin typeface="Arial"/>
                <a:ea typeface="Arial"/>
                <a:cs typeface="Arial"/>
              </a:defRPr>
            </a:lvl7pPr>
            <a:lvl8pPr algn="l">
              <a:defRPr sz="1200" b="1">
                <a:solidFill>
                  <a:srgbClr val="487A8D"/>
                </a:solidFill>
                <a:latin typeface="Arial"/>
                <a:ea typeface="Arial"/>
                <a:cs typeface="Arial"/>
              </a:defRPr>
            </a:lvl8pPr>
            <a:lvl9pPr algn="l">
              <a:defRPr sz="1200" b="1">
                <a:solidFill>
                  <a:srgbClr val="487A8D"/>
                </a:solidFill>
                <a:latin typeface="Arial"/>
                <a:ea typeface="Arial"/>
                <a:cs typeface="Arial"/>
              </a:defRPr>
            </a:lvl9pPr>
          </a:lstStyle>
          <a:p xmlns:a="http://schemas.openxmlformats.org/drawingml/2006/main">
            <a:pPr algn="l">
              <a:lnSpc>
                <a:spcPct val="104000"/>
              </a:lnSpc>
              <a:buNone/>
              <a:defRPr sz="1200" b="1">
                <a:solidFill>
                  <a:srgbClr val="487A8D"/>
                </a:solidFill>
                <a:latin typeface="Arial"/>
                <a:ea typeface="Arial"/>
                <a:cs typeface="Arial"/>
              </a:defRPr>
            </a:pPr>
            <a:r>
              <a:rPr sz="1200" b="1">
                <a:solidFill>
                  <a:srgbClr val="487A8D"/>
                </a:solidFill>
                <a:latin typeface="Arial"/>
                <a:ea typeface="Arial"/>
                <a:cs typeface="Arial"/>
              </a:rPr>
              <a:t>EXISTING PIPELINE</a:t>
            </a:r>
          </a:p>
        </p:txBody>
      </p:sp>
      <p:sp>
        <p:nvSpPr>
          <p:cNvPr id="8" name="trace-title">
            <a:extLst xmlns:a="http://schemas.openxmlformats.org/drawingml/2006/main">
              <a:ext uri="{FF2B5EF4-FFF2-40B4-BE49-F238E27FC236}">
                <a16:creationId xmlns:a16="http://schemas.microsoft.com/office/drawing/2014/main" id="{7A28FD7E-7F6E-4D71-85C6-78EFAB9FB253}"/>
              </a:ext>
            </a:extLst>
          </p:cNvPr>
          <p:cNvSpPr>
            <a:spLocks xmlns:a="http://schemas.openxmlformats.org/drawingml/2006/main" noGrp="1"/>
          </p:cNvSpPr>
          <p:nvPr/>
        </p:nvSpPr>
        <p:spPr>
          <a:xfrm xmlns:a="http://schemas.openxmlformats.org/drawingml/2006/main">
            <a:off x="952500" y="26479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950" b="1">
                <a:solidFill>
                  <a:srgbClr val="17393C"/>
                </a:solidFill>
                <a:latin typeface="Arial"/>
                <a:ea typeface="Arial"/>
                <a:cs typeface="Arial"/>
              </a:defRPr>
            </a:defPPr>
            <a:lvl1pPr algn="l">
              <a:defRPr sz="1950" b="1">
                <a:solidFill>
                  <a:srgbClr val="17393C"/>
                </a:solidFill>
                <a:latin typeface="Arial"/>
                <a:ea typeface="Arial"/>
                <a:cs typeface="Arial"/>
              </a:defRPr>
            </a:lvl1pPr>
            <a:lvl2pPr algn="l">
              <a:defRPr sz="1950" b="1">
                <a:solidFill>
                  <a:srgbClr val="17393C"/>
                </a:solidFill>
                <a:latin typeface="Arial"/>
                <a:ea typeface="Arial"/>
                <a:cs typeface="Arial"/>
              </a:defRPr>
            </a:lvl2pPr>
            <a:lvl3pPr algn="l">
              <a:defRPr sz="1950" b="1">
                <a:solidFill>
                  <a:srgbClr val="17393C"/>
                </a:solidFill>
                <a:latin typeface="Arial"/>
                <a:ea typeface="Arial"/>
                <a:cs typeface="Arial"/>
              </a:defRPr>
            </a:lvl3pPr>
            <a:lvl4pPr algn="l">
              <a:defRPr sz="1950" b="1">
                <a:solidFill>
                  <a:srgbClr val="17393C"/>
                </a:solidFill>
                <a:latin typeface="Arial"/>
                <a:ea typeface="Arial"/>
                <a:cs typeface="Arial"/>
              </a:defRPr>
            </a:lvl4pPr>
            <a:lvl5pPr algn="l">
              <a:defRPr sz="1950" b="1">
                <a:solidFill>
                  <a:srgbClr val="17393C"/>
                </a:solidFill>
                <a:latin typeface="Arial"/>
                <a:ea typeface="Arial"/>
                <a:cs typeface="Arial"/>
              </a:defRPr>
            </a:lvl5pPr>
            <a:lvl6pPr algn="l">
              <a:defRPr sz="1950" b="1">
                <a:solidFill>
                  <a:srgbClr val="17393C"/>
                </a:solidFill>
                <a:latin typeface="Arial"/>
                <a:ea typeface="Arial"/>
                <a:cs typeface="Arial"/>
              </a:defRPr>
            </a:lvl6pPr>
            <a:lvl7pPr algn="l">
              <a:defRPr sz="1950" b="1">
                <a:solidFill>
                  <a:srgbClr val="17393C"/>
                </a:solidFill>
                <a:latin typeface="Arial"/>
                <a:ea typeface="Arial"/>
                <a:cs typeface="Arial"/>
              </a:defRPr>
            </a:lvl7pPr>
            <a:lvl8pPr algn="l">
              <a:defRPr sz="1950" b="1">
                <a:solidFill>
                  <a:srgbClr val="17393C"/>
                </a:solidFill>
                <a:latin typeface="Arial"/>
                <a:ea typeface="Arial"/>
                <a:cs typeface="Arial"/>
              </a:defRPr>
            </a:lvl8pPr>
            <a:lvl9pPr algn="l">
              <a:defRPr sz="1950" b="1">
                <a:solidFill>
                  <a:srgbClr val="17393C"/>
                </a:solidFill>
                <a:latin typeface="Arial"/>
                <a:ea typeface="Arial"/>
                <a:cs typeface="Arial"/>
              </a:defRPr>
            </a:lvl9pPr>
          </a:lstStyle>
          <a:p xmlns:a="http://schemas.openxmlformats.org/drawingml/2006/main">
            <a:pPr algn="l">
              <a:lnSpc>
                <a:spcPct val="104000"/>
              </a:lnSpc>
              <a:buNone/>
              <a:defRPr sz="1950" b="1">
                <a:solidFill>
                  <a:srgbClr val="17393C"/>
                </a:solidFill>
                <a:latin typeface="Arial"/>
                <a:ea typeface="Arial"/>
                <a:cs typeface="Arial"/>
              </a:defRPr>
            </a:pPr>
            <a:r>
              <a:rPr sz="1950" b="1">
                <a:solidFill>
                  <a:srgbClr val="17393C"/>
                </a:solidFill>
                <a:latin typeface="Arial"/>
                <a:ea typeface="Arial"/>
                <a:cs typeface="Arial"/>
              </a:rPr>
              <a:t>Trace2Skill</a:t>
            </a:r>
          </a:p>
        </p:txBody>
      </p:sp>
      <p:sp>
        <p:nvSpPr>
          <p:cNvPr id="9" name="trace-body">
            <a:extLst xmlns:a="http://schemas.openxmlformats.org/drawingml/2006/main">
              <a:ext uri="{FF2B5EF4-FFF2-40B4-BE49-F238E27FC236}">
                <a16:creationId xmlns:a16="http://schemas.microsoft.com/office/drawing/2014/main" id="{96736160-A703-454E-ACDE-EB722B09069F}"/>
              </a:ext>
            </a:extLst>
          </p:cNvPr>
          <p:cNvSpPr>
            <a:spLocks xmlns:a="http://schemas.openxmlformats.org/drawingml/2006/main" noGrp="1"/>
          </p:cNvSpPr>
          <p:nvPr/>
        </p:nvSpPr>
        <p:spPr>
          <a:xfrm xmlns:a="http://schemas.openxmlformats.org/drawingml/2006/main">
            <a:off x="952500" y="3352800"/>
            <a:ext cx="19431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0">
                <a:solidFill>
                  <a:srgbClr val="34595D"/>
                </a:solidFill>
                <a:latin typeface="Arial"/>
                <a:ea typeface="Arial"/>
                <a:cs typeface="Arial"/>
              </a:defRPr>
            </a:defPPr>
            <a:lvl1pPr algn="l">
              <a:defRPr sz="1650" b="0">
                <a:solidFill>
                  <a:srgbClr val="34595D"/>
                </a:solidFill>
                <a:latin typeface="Arial"/>
                <a:ea typeface="Arial"/>
                <a:cs typeface="Arial"/>
              </a:defRPr>
            </a:lvl1pPr>
            <a:lvl2pPr algn="l">
              <a:defRPr sz="1650" b="0">
                <a:solidFill>
                  <a:srgbClr val="34595D"/>
                </a:solidFill>
                <a:latin typeface="Arial"/>
                <a:ea typeface="Arial"/>
                <a:cs typeface="Arial"/>
              </a:defRPr>
            </a:lvl2pPr>
            <a:lvl3pPr algn="l">
              <a:defRPr sz="1650" b="0">
                <a:solidFill>
                  <a:srgbClr val="34595D"/>
                </a:solidFill>
                <a:latin typeface="Arial"/>
                <a:ea typeface="Arial"/>
                <a:cs typeface="Arial"/>
              </a:defRPr>
            </a:lvl3pPr>
            <a:lvl4pPr algn="l">
              <a:defRPr sz="1650" b="0">
                <a:solidFill>
                  <a:srgbClr val="34595D"/>
                </a:solidFill>
                <a:latin typeface="Arial"/>
                <a:ea typeface="Arial"/>
                <a:cs typeface="Arial"/>
              </a:defRPr>
            </a:lvl4pPr>
            <a:lvl5pPr algn="l">
              <a:defRPr sz="1650" b="0">
                <a:solidFill>
                  <a:srgbClr val="34595D"/>
                </a:solidFill>
                <a:latin typeface="Arial"/>
                <a:ea typeface="Arial"/>
                <a:cs typeface="Arial"/>
              </a:defRPr>
            </a:lvl5pPr>
            <a:lvl6pPr algn="l">
              <a:defRPr sz="1650" b="0">
                <a:solidFill>
                  <a:srgbClr val="34595D"/>
                </a:solidFill>
                <a:latin typeface="Arial"/>
                <a:ea typeface="Arial"/>
                <a:cs typeface="Arial"/>
              </a:defRPr>
            </a:lvl6pPr>
            <a:lvl7pPr algn="l">
              <a:defRPr sz="1650" b="0">
                <a:solidFill>
                  <a:srgbClr val="34595D"/>
                </a:solidFill>
                <a:latin typeface="Arial"/>
                <a:ea typeface="Arial"/>
                <a:cs typeface="Arial"/>
              </a:defRPr>
            </a:lvl7pPr>
            <a:lvl8pPr algn="l">
              <a:defRPr sz="1650" b="0">
                <a:solidFill>
                  <a:srgbClr val="34595D"/>
                </a:solidFill>
                <a:latin typeface="Arial"/>
                <a:ea typeface="Arial"/>
                <a:cs typeface="Arial"/>
              </a:defRPr>
            </a:lvl8pPr>
            <a:lvl9pPr algn="l">
              <a:defRPr sz="1650" b="0">
                <a:solidFill>
                  <a:srgbClr val="34595D"/>
                </a:solidFill>
                <a:latin typeface="Arial"/>
                <a:ea typeface="Arial"/>
                <a:cs typeface="Arial"/>
              </a:defRPr>
            </a:lvl9pPr>
          </a:lstStyle>
          <a:p xmlns:a="http://schemas.openxmlformats.org/drawingml/2006/main">
            <a:pPr algn="l">
              <a:lnSpc>
                <a:spcPct val="108000"/>
              </a:lnSpc>
              <a:buNone/>
              <a:defRPr sz="1650" b="0">
                <a:solidFill>
                  <a:srgbClr val="34595D"/>
                </a:solidFill>
                <a:latin typeface="Arial"/>
                <a:ea typeface="Arial"/>
                <a:cs typeface="Arial"/>
              </a:defRPr>
            </a:pPr>
            <a:r>
              <a:rPr sz="1650" b="0">
                <a:solidFill>
                  <a:srgbClr val="34595D"/>
                </a:solidFill>
                <a:latin typeface="Arial"/>
                <a:ea typeface="Arial"/>
                <a:cs typeface="Arial"/>
              </a:rPr>
              <a:t>Run with base skill</a:t>
            </a:r>
          </a:p>
          <a:p xmlns:a="http://schemas.openxmlformats.org/drawingml/2006/main">
            <a:pPr algn="l">
              <a:lnSpc>
                <a:spcPct val="108000"/>
              </a:lnSpc>
              <a:buNone/>
              <a:defRPr sz="1650" b="0">
                <a:solidFill>
                  <a:srgbClr val="34595D"/>
                </a:solidFill>
                <a:latin typeface="Arial"/>
                <a:ea typeface="Arial"/>
                <a:cs typeface="Arial"/>
              </a:defRPr>
            </a:pPr>
            <a:r>
              <a:rPr sz="1650" b="0">
                <a:solidFill>
                  <a:srgbClr val="34595D"/>
                </a:solidFill>
                <a:latin typeface="Arial"/>
                <a:ea typeface="Arial"/>
                <a:cs typeface="Arial"/>
              </a:rPr>
              <a:t>Verify result</a:t>
            </a:r>
          </a:p>
          <a:p xmlns:a="http://schemas.openxmlformats.org/drawingml/2006/main">
            <a:pPr algn="l">
              <a:lnSpc>
                <a:spcPct val="108000"/>
              </a:lnSpc>
              <a:buNone/>
              <a:defRPr sz="1650" b="0">
                <a:solidFill>
                  <a:srgbClr val="34595D"/>
                </a:solidFill>
                <a:latin typeface="Arial"/>
                <a:ea typeface="Arial"/>
                <a:cs typeface="Arial"/>
              </a:defRPr>
            </a:pPr>
            <a:r>
              <a:rPr sz="1650" b="0">
                <a:solidFill>
                  <a:srgbClr val="34595D"/>
                </a:solidFill>
                <a:latin typeface="Arial"/>
                <a:ea typeface="Arial"/>
                <a:cs typeface="Arial"/>
              </a:rPr>
              <a:t>Analyze failures</a:t>
            </a:r>
          </a:p>
        </p:txBody>
      </p:sp>
      <p:sp>
        <p:nvSpPr>
          <p:cNvPr id="10" name="map">
            <a:extLst xmlns:a="http://schemas.openxmlformats.org/drawingml/2006/main">
              <a:ext uri="{FF2B5EF4-FFF2-40B4-BE49-F238E27FC236}">
                <a16:creationId xmlns:a16="http://schemas.microsoft.com/office/drawing/2014/main" id="{795B39D0-C6FB-4A62-B145-405D16F8291F}"/>
              </a:ext>
            </a:extLst>
          </p:cNvPr>
          <p:cNvSpPr>
            <a:spLocks xmlns:a="http://schemas.openxmlformats.org/drawingml/2006/main" noGrp="1"/>
          </p:cNvSpPr>
          <p:nvPr/>
        </p:nvSpPr>
        <p:spPr>
          <a:xfrm xmlns:a="http://schemas.openxmlformats.org/drawingml/2006/main">
            <a:off x="3429000" y="2057400"/>
            <a:ext cx="2343150" cy="2533650"/>
          </a:xfrm>
          <a:prstGeom xmlns:a="http://schemas.openxmlformats.org/drawingml/2006/main" prst="roundRect">
            <a:avLst>
              <a:gd name="adj" fmla="val 4065"/>
            </a:avLst>
          </a:prstGeom>
          <a:solidFill xmlns:a="http://schemas.openxmlformats.org/drawingml/2006/main">
            <a:srgbClr val="FFFFFF"/>
          </a:solidFill>
          <a:ln xmlns:a="http://schemas.openxmlformats.org/drawingml/2006/main" w="11430">
            <a:solidFill>
              <a:srgbClr val="CAD8D4"/>
            </a:solidFill>
            <a:prstDash val="solid"/>
          </a:ln>
        </p:spPr>
      </p:sp>
      <p:sp>
        <p:nvSpPr>
          <p:cNvPr id="11" name="map-accent">
            <a:extLst xmlns:a="http://schemas.openxmlformats.org/drawingml/2006/main">
              <a:ext uri="{FF2B5EF4-FFF2-40B4-BE49-F238E27FC236}">
                <a16:creationId xmlns:a16="http://schemas.microsoft.com/office/drawing/2014/main" id="{AF02F09A-807E-456B-BA9F-AFC588A3DF90}"/>
              </a:ext>
            </a:extLst>
          </p:cNvPr>
          <p:cNvSpPr>
            <a:spLocks xmlns:a="http://schemas.openxmlformats.org/drawingml/2006/main" noGrp="1"/>
          </p:cNvSpPr>
          <p:nvPr/>
        </p:nvSpPr>
        <p:spPr>
          <a:xfrm xmlns:a="http://schemas.openxmlformats.org/drawingml/2006/main">
            <a:off x="3429000" y="2057400"/>
            <a:ext cx="76200" cy="2533650"/>
          </a:xfrm>
          <a:prstGeom xmlns:a="http://schemas.openxmlformats.org/drawingml/2006/main" prst="rect">
            <a:avLst/>
          </a:prstGeom>
          <a:solidFill xmlns:a="http://schemas.openxmlformats.org/drawingml/2006/main">
            <a:srgbClr val="138779"/>
          </a:solidFill>
          <a:ln xmlns:a="http://schemas.openxmlformats.org/drawingml/2006/main" w="0">
            <a:solidFill>
              <a:srgbClr val="138779"/>
            </a:solidFill>
            <a:prstDash val="solid"/>
          </a:ln>
        </p:spPr>
      </p:sp>
      <p:sp>
        <p:nvSpPr>
          <p:cNvPr id="12" name="map-kicker">
            <a:extLst xmlns:a="http://schemas.openxmlformats.org/drawingml/2006/main">
              <a:ext uri="{FF2B5EF4-FFF2-40B4-BE49-F238E27FC236}">
                <a16:creationId xmlns:a16="http://schemas.microsoft.com/office/drawing/2014/main" id="{FFD4B29A-70A7-4EE8-B6E8-6E74A78F0E77}"/>
              </a:ext>
            </a:extLst>
          </p:cNvPr>
          <p:cNvSpPr>
            <a:spLocks xmlns:a="http://schemas.openxmlformats.org/drawingml/2006/main" noGrp="1"/>
          </p:cNvSpPr>
          <p:nvPr/>
        </p:nvSpPr>
        <p:spPr>
          <a:xfrm xmlns:a="http://schemas.openxmlformats.org/drawingml/2006/main">
            <a:off x="3648075" y="2266950"/>
            <a:ext cx="1943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00" b="1">
                <a:solidFill>
                  <a:srgbClr val="138779"/>
                </a:solidFill>
                <a:latin typeface="Arial"/>
                <a:ea typeface="Arial"/>
                <a:cs typeface="Arial"/>
              </a:defRPr>
            </a:defPPr>
            <a:lvl1pPr algn="l">
              <a:defRPr sz="1200" b="1">
                <a:solidFill>
                  <a:srgbClr val="138779"/>
                </a:solidFill>
                <a:latin typeface="Arial"/>
                <a:ea typeface="Arial"/>
                <a:cs typeface="Arial"/>
              </a:defRPr>
            </a:lvl1pPr>
            <a:lvl2pPr algn="l">
              <a:defRPr sz="1200" b="1">
                <a:solidFill>
                  <a:srgbClr val="138779"/>
                </a:solidFill>
                <a:latin typeface="Arial"/>
                <a:ea typeface="Arial"/>
                <a:cs typeface="Arial"/>
              </a:defRPr>
            </a:lvl2pPr>
            <a:lvl3pPr algn="l">
              <a:defRPr sz="1200" b="1">
                <a:solidFill>
                  <a:srgbClr val="138779"/>
                </a:solidFill>
                <a:latin typeface="Arial"/>
                <a:ea typeface="Arial"/>
                <a:cs typeface="Arial"/>
              </a:defRPr>
            </a:lvl3pPr>
            <a:lvl4pPr algn="l">
              <a:defRPr sz="1200" b="1">
                <a:solidFill>
                  <a:srgbClr val="138779"/>
                </a:solidFill>
                <a:latin typeface="Arial"/>
                <a:ea typeface="Arial"/>
                <a:cs typeface="Arial"/>
              </a:defRPr>
            </a:lvl4pPr>
            <a:lvl5pPr algn="l">
              <a:defRPr sz="1200" b="1">
                <a:solidFill>
                  <a:srgbClr val="138779"/>
                </a:solidFill>
                <a:latin typeface="Arial"/>
                <a:ea typeface="Arial"/>
                <a:cs typeface="Arial"/>
              </a:defRPr>
            </a:lvl5pPr>
            <a:lvl6pPr algn="l">
              <a:defRPr sz="1200" b="1">
                <a:solidFill>
                  <a:srgbClr val="138779"/>
                </a:solidFill>
                <a:latin typeface="Arial"/>
                <a:ea typeface="Arial"/>
                <a:cs typeface="Arial"/>
              </a:defRPr>
            </a:lvl6pPr>
            <a:lvl7pPr algn="l">
              <a:defRPr sz="1200" b="1">
                <a:solidFill>
                  <a:srgbClr val="138779"/>
                </a:solidFill>
                <a:latin typeface="Arial"/>
                <a:ea typeface="Arial"/>
                <a:cs typeface="Arial"/>
              </a:defRPr>
            </a:lvl7pPr>
            <a:lvl8pPr algn="l">
              <a:defRPr sz="1200" b="1">
                <a:solidFill>
                  <a:srgbClr val="138779"/>
                </a:solidFill>
                <a:latin typeface="Arial"/>
                <a:ea typeface="Arial"/>
                <a:cs typeface="Arial"/>
              </a:defRPr>
            </a:lvl8pPr>
            <a:lvl9pPr algn="l">
              <a:defRPr sz="1200" b="1">
                <a:solidFill>
                  <a:srgbClr val="138779"/>
                </a:solidFill>
                <a:latin typeface="Arial"/>
                <a:ea typeface="Arial"/>
                <a:cs typeface="Arial"/>
              </a:defRPr>
            </a:lvl9pPr>
          </a:lstStyle>
          <a:p xmlns:a="http://schemas.openxmlformats.org/drawingml/2006/main">
            <a:pPr algn="l">
              <a:lnSpc>
                <a:spcPct val="104000"/>
              </a:lnSpc>
              <a:buNone/>
              <a:defRPr sz="1200" b="1">
                <a:solidFill>
                  <a:srgbClr val="138779"/>
                </a:solidFill>
                <a:latin typeface="Arial"/>
                <a:ea typeface="Arial"/>
                <a:cs typeface="Arial"/>
              </a:defRPr>
            </a:pPr>
            <a:r>
              <a:rPr sz="1200" b="1">
                <a:solidFill>
                  <a:srgbClr val="138779"/>
                </a:solidFill>
                <a:latin typeface="Arial"/>
                <a:ea typeface="Arial"/>
                <a:cs typeface="Arial"/>
              </a:rPr>
              <a:t>NEW HANDOFF</a:t>
            </a:r>
          </a:p>
        </p:txBody>
      </p:sp>
      <p:sp>
        <p:nvSpPr>
          <p:cNvPr id="13" name="map-title">
            <a:extLst xmlns:a="http://schemas.openxmlformats.org/drawingml/2006/main">
              <a:ext uri="{FF2B5EF4-FFF2-40B4-BE49-F238E27FC236}">
                <a16:creationId xmlns:a16="http://schemas.microsoft.com/office/drawing/2014/main" id="{B1F82377-C952-4064-AAA0-BA2FC9772A85}"/>
              </a:ext>
            </a:extLst>
          </p:cNvPr>
          <p:cNvSpPr>
            <a:spLocks xmlns:a="http://schemas.openxmlformats.org/drawingml/2006/main" noGrp="1"/>
          </p:cNvSpPr>
          <p:nvPr/>
        </p:nvSpPr>
        <p:spPr>
          <a:xfrm xmlns:a="http://schemas.openxmlformats.org/drawingml/2006/main">
            <a:off x="3638550" y="26479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950" b="1">
                <a:solidFill>
                  <a:srgbClr val="17393C"/>
                </a:solidFill>
                <a:latin typeface="Arial"/>
                <a:ea typeface="Arial"/>
                <a:cs typeface="Arial"/>
              </a:defRPr>
            </a:defPPr>
            <a:lvl1pPr algn="l">
              <a:defRPr sz="1950" b="1">
                <a:solidFill>
                  <a:srgbClr val="17393C"/>
                </a:solidFill>
                <a:latin typeface="Arial"/>
                <a:ea typeface="Arial"/>
                <a:cs typeface="Arial"/>
              </a:defRPr>
            </a:lvl1pPr>
            <a:lvl2pPr algn="l">
              <a:defRPr sz="1950" b="1">
                <a:solidFill>
                  <a:srgbClr val="17393C"/>
                </a:solidFill>
                <a:latin typeface="Arial"/>
                <a:ea typeface="Arial"/>
                <a:cs typeface="Arial"/>
              </a:defRPr>
            </a:lvl2pPr>
            <a:lvl3pPr algn="l">
              <a:defRPr sz="1950" b="1">
                <a:solidFill>
                  <a:srgbClr val="17393C"/>
                </a:solidFill>
                <a:latin typeface="Arial"/>
                <a:ea typeface="Arial"/>
                <a:cs typeface="Arial"/>
              </a:defRPr>
            </a:lvl3pPr>
            <a:lvl4pPr algn="l">
              <a:defRPr sz="1950" b="1">
                <a:solidFill>
                  <a:srgbClr val="17393C"/>
                </a:solidFill>
                <a:latin typeface="Arial"/>
                <a:ea typeface="Arial"/>
                <a:cs typeface="Arial"/>
              </a:defRPr>
            </a:lvl4pPr>
            <a:lvl5pPr algn="l">
              <a:defRPr sz="1950" b="1">
                <a:solidFill>
                  <a:srgbClr val="17393C"/>
                </a:solidFill>
                <a:latin typeface="Arial"/>
                <a:ea typeface="Arial"/>
                <a:cs typeface="Arial"/>
              </a:defRPr>
            </a:lvl5pPr>
            <a:lvl6pPr algn="l">
              <a:defRPr sz="1950" b="1">
                <a:solidFill>
                  <a:srgbClr val="17393C"/>
                </a:solidFill>
                <a:latin typeface="Arial"/>
                <a:ea typeface="Arial"/>
                <a:cs typeface="Arial"/>
              </a:defRPr>
            </a:lvl6pPr>
            <a:lvl7pPr algn="l">
              <a:defRPr sz="1950" b="1">
                <a:solidFill>
                  <a:srgbClr val="17393C"/>
                </a:solidFill>
                <a:latin typeface="Arial"/>
                <a:ea typeface="Arial"/>
                <a:cs typeface="Arial"/>
              </a:defRPr>
            </a:lvl7pPr>
            <a:lvl8pPr algn="l">
              <a:defRPr sz="1950" b="1">
                <a:solidFill>
                  <a:srgbClr val="17393C"/>
                </a:solidFill>
                <a:latin typeface="Arial"/>
                <a:ea typeface="Arial"/>
                <a:cs typeface="Arial"/>
              </a:defRPr>
            </a:lvl8pPr>
            <a:lvl9pPr algn="l">
              <a:defRPr sz="1950" b="1">
                <a:solidFill>
                  <a:srgbClr val="17393C"/>
                </a:solidFill>
                <a:latin typeface="Arial"/>
                <a:ea typeface="Arial"/>
                <a:cs typeface="Arial"/>
              </a:defRPr>
            </a:lvl9pPr>
          </a:lstStyle>
          <a:p xmlns:a="http://schemas.openxmlformats.org/drawingml/2006/main">
            <a:pPr algn="l">
              <a:lnSpc>
                <a:spcPct val="104000"/>
              </a:lnSpc>
              <a:buNone/>
              <a:defRPr sz="1950" b="1">
                <a:solidFill>
                  <a:srgbClr val="17393C"/>
                </a:solidFill>
                <a:latin typeface="Arial"/>
                <a:ea typeface="Arial"/>
                <a:cs typeface="Arial"/>
              </a:defRPr>
            </a:pPr>
            <a:r>
              <a:rPr sz="1950" b="1">
                <a:solidFill>
                  <a:srgbClr val="17393C"/>
                </a:solidFill>
                <a:latin typeface="Arial"/>
                <a:ea typeface="Arial"/>
                <a:cs typeface="Arial"/>
              </a:rPr>
              <a:t>Structured patch</a:t>
            </a:r>
          </a:p>
        </p:txBody>
      </p:sp>
      <p:sp>
        <p:nvSpPr>
          <p:cNvPr id="14" name="map-body">
            <a:extLst xmlns:a="http://schemas.openxmlformats.org/drawingml/2006/main">
              <a:ext uri="{FF2B5EF4-FFF2-40B4-BE49-F238E27FC236}">
                <a16:creationId xmlns:a16="http://schemas.microsoft.com/office/drawing/2014/main" id="{34C1B56B-D839-491E-869D-8BBF4646D44A}"/>
              </a:ext>
            </a:extLst>
          </p:cNvPr>
          <p:cNvSpPr>
            <a:spLocks xmlns:a="http://schemas.openxmlformats.org/drawingml/2006/main" noGrp="1"/>
          </p:cNvSpPr>
          <p:nvPr/>
        </p:nvSpPr>
        <p:spPr>
          <a:xfrm xmlns:a="http://schemas.openxmlformats.org/drawingml/2006/main">
            <a:off x="3638550" y="3352800"/>
            <a:ext cx="19431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0">
                <a:solidFill>
                  <a:srgbClr val="34595D"/>
                </a:solidFill>
                <a:latin typeface="Arial"/>
                <a:ea typeface="Arial"/>
                <a:cs typeface="Arial"/>
              </a:defRPr>
            </a:defPPr>
            <a:lvl1pPr algn="l">
              <a:defRPr sz="1650" b="0">
                <a:solidFill>
                  <a:srgbClr val="34595D"/>
                </a:solidFill>
                <a:latin typeface="Arial"/>
                <a:ea typeface="Arial"/>
                <a:cs typeface="Arial"/>
              </a:defRPr>
            </a:lvl1pPr>
            <a:lvl2pPr algn="l">
              <a:defRPr sz="1650" b="0">
                <a:solidFill>
                  <a:srgbClr val="34595D"/>
                </a:solidFill>
                <a:latin typeface="Arial"/>
                <a:ea typeface="Arial"/>
                <a:cs typeface="Arial"/>
              </a:defRPr>
            </a:lvl2pPr>
            <a:lvl3pPr algn="l">
              <a:defRPr sz="1650" b="0">
                <a:solidFill>
                  <a:srgbClr val="34595D"/>
                </a:solidFill>
                <a:latin typeface="Arial"/>
                <a:ea typeface="Arial"/>
                <a:cs typeface="Arial"/>
              </a:defRPr>
            </a:lvl3pPr>
            <a:lvl4pPr algn="l">
              <a:defRPr sz="1650" b="0">
                <a:solidFill>
                  <a:srgbClr val="34595D"/>
                </a:solidFill>
                <a:latin typeface="Arial"/>
                <a:ea typeface="Arial"/>
                <a:cs typeface="Arial"/>
              </a:defRPr>
            </a:lvl4pPr>
            <a:lvl5pPr algn="l">
              <a:defRPr sz="1650" b="0">
                <a:solidFill>
                  <a:srgbClr val="34595D"/>
                </a:solidFill>
                <a:latin typeface="Arial"/>
                <a:ea typeface="Arial"/>
                <a:cs typeface="Arial"/>
              </a:defRPr>
            </a:lvl5pPr>
            <a:lvl6pPr algn="l">
              <a:defRPr sz="1650" b="0">
                <a:solidFill>
                  <a:srgbClr val="34595D"/>
                </a:solidFill>
                <a:latin typeface="Arial"/>
                <a:ea typeface="Arial"/>
                <a:cs typeface="Arial"/>
              </a:defRPr>
            </a:lvl6pPr>
            <a:lvl7pPr algn="l">
              <a:defRPr sz="1650" b="0">
                <a:solidFill>
                  <a:srgbClr val="34595D"/>
                </a:solidFill>
                <a:latin typeface="Arial"/>
                <a:ea typeface="Arial"/>
                <a:cs typeface="Arial"/>
              </a:defRPr>
            </a:lvl7pPr>
            <a:lvl8pPr algn="l">
              <a:defRPr sz="1650" b="0">
                <a:solidFill>
                  <a:srgbClr val="34595D"/>
                </a:solidFill>
                <a:latin typeface="Arial"/>
                <a:ea typeface="Arial"/>
                <a:cs typeface="Arial"/>
              </a:defRPr>
            </a:lvl8pPr>
            <a:lvl9pPr algn="l">
              <a:defRPr sz="1650" b="0">
                <a:solidFill>
                  <a:srgbClr val="34595D"/>
                </a:solidFill>
                <a:latin typeface="Arial"/>
                <a:ea typeface="Arial"/>
                <a:cs typeface="Arial"/>
              </a:defRPr>
            </a:lvl9pPr>
          </a:lstStyle>
          <a:p xmlns:a="http://schemas.openxmlformats.org/drawingml/2006/main">
            <a:pPr algn="l">
              <a:lnSpc>
                <a:spcPct val="108000"/>
              </a:lnSpc>
              <a:buNone/>
              <a:defRPr sz="1650" b="0">
                <a:solidFill>
                  <a:srgbClr val="34595D"/>
                </a:solidFill>
                <a:latin typeface="Arial"/>
                <a:ea typeface="Arial"/>
                <a:cs typeface="Arial"/>
              </a:defRPr>
            </a:pPr>
            <a:r>
              <a:rPr sz="1650" b="0">
                <a:solidFill>
                  <a:srgbClr val="34595D"/>
                </a:solidFill>
                <a:latin typeface="Arial"/>
                <a:ea typeface="Arial"/>
                <a:cs typeface="Arial"/>
              </a:rPr>
              <a:t>Procedure scope</a:t>
            </a:r>
          </a:p>
          <a:p xmlns:a="http://schemas.openxmlformats.org/drawingml/2006/main">
            <a:pPr algn="l">
              <a:lnSpc>
                <a:spcPct val="108000"/>
              </a:lnSpc>
              <a:buNone/>
              <a:defRPr sz="1650" b="0">
                <a:solidFill>
                  <a:srgbClr val="34595D"/>
                </a:solidFill>
                <a:latin typeface="Arial"/>
                <a:ea typeface="Arial"/>
                <a:cs typeface="Arial"/>
              </a:defRPr>
            </a:pPr>
            <a:r>
              <a:rPr sz="1650" b="0">
                <a:solidFill>
                  <a:srgbClr val="34595D"/>
                </a:solidFill>
                <a:latin typeface="Arial"/>
                <a:ea typeface="Arial"/>
                <a:cs typeface="Arial"/>
              </a:rPr>
              <a:t>When condition</a:t>
            </a:r>
          </a:p>
          <a:p xmlns:a="http://schemas.openxmlformats.org/drawingml/2006/main">
            <a:pPr algn="l">
              <a:lnSpc>
                <a:spcPct val="108000"/>
              </a:lnSpc>
              <a:buNone/>
              <a:defRPr sz="1650" b="0">
                <a:solidFill>
                  <a:srgbClr val="34595D"/>
                </a:solidFill>
                <a:latin typeface="Arial"/>
                <a:ea typeface="Arial"/>
                <a:cs typeface="Arial"/>
              </a:defRPr>
            </a:pPr>
            <a:r>
              <a:rPr sz="1650" b="0">
                <a:solidFill>
                  <a:srgbClr val="34595D"/>
                </a:solidFill>
                <a:latin typeface="Arial"/>
                <a:ea typeface="Arial"/>
                <a:cs typeface="Arial"/>
              </a:rPr>
              <a:t>Instruction edits</a:t>
            </a:r>
          </a:p>
        </p:txBody>
      </p:sp>
      <p:sp>
        <p:nvSpPr>
          <p:cNvPr id="15" name="state">
            <a:extLst xmlns:a="http://schemas.openxmlformats.org/drawingml/2006/main">
              <a:ext uri="{FF2B5EF4-FFF2-40B4-BE49-F238E27FC236}">
                <a16:creationId xmlns:a16="http://schemas.microsoft.com/office/drawing/2014/main" id="{137D94A2-DB01-4B14-BAC1-77BC1FF0B539}"/>
              </a:ext>
            </a:extLst>
          </p:cNvPr>
          <p:cNvSpPr>
            <a:spLocks xmlns:a="http://schemas.openxmlformats.org/drawingml/2006/main" noGrp="1"/>
          </p:cNvSpPr>
          <p:nvPr/>
        </p:nvSpPr>
        <p:spPr>
          <a:xfrm xmlns:a="http://schemas.openxmlformats.org/drawingml/2006/main">
            <a:off x="6115050" y="2057400"/>
            <a:ext cx="2343150" cy="2533650"/>
          </a:xfrm>
          <a:prstGeom xmlns:a="http://schemas.openxmlformats.org/drawingml/2006/main" prst="roundRect">
            <a:avLst>
              <a:gd name="adj" fmla="val 4065"/>
            </a:avLst>
          </a:prstGeom>
          <a:solidFill xmlns:a="http://schemas.openxmlformats.org/drawingml/2006/main">
            <a:srgbClr val="FFFFFF"/>
          </a:solidFill>
          <a:ln xmlns:a="http://schemas.openxmlformats.org/drawingml/2006/main" w="11430">
            <a:solidFill>
              <a:srgbClr val="CAD8D4"/>
            </a:solidFill>
            <a:prstDash val="solid"/>
          </a:ln>
        </p:spPr>
      </p:sp>
      <p:sp>
        <p:nvSpPr>
          <p:cNvPr id="16" name="state-accent">
            <a:extLst xmlns:a="http://schemas.openxmlformats.org/drawingml/2006/main">
              <a:ext uri="{FF2B5EF4-FFF2-40B4-BE49-F238E27FC236}">
                <a16:creationId xmlns:a16="http://schemas.microsoft.com/office/drawing/2014/main" id="{D11BE39E-5D3E-41E5-9105-1022450AD2D6}"/>
              </a:ext>
            </a:extLst>
          </p:cNvPr>
          <p:cNvSpPr>
            <a:spLocks xmlns:a="http://schemas.openxmlformats.org/drawingml/2006/main" noGrp="1"/>
          </p:cNvSpPr>
          <p:nvPr/>
        </p:nvSpPr>
        <p:spPr>
          <a:xfrm xmlns:a="http://schemas.openxmlformats.org/drawingml/2006/main">
            <a:off x="6115050" y="2057400"/>
            <a:ext cx="76200" cy="2533650"/>
          </a:xfrm>
          <a:prstGeom xmlns:a="http://schemas.openxmlformats.org/drawingml/2006/main" prst="rect">
            <a:avLst/>
          </a:prstGeom>
          <a:solidFill xmlns:a="http://schemas.openxmlformats.org/drawingml/2006/main">
            <a:srgbClr val="B9802A"/>
          </a:solidFill>
          <a:ln xmlns:a="http://schemas.openxmlformats.org/drawingml/2006/main" w="0">
            <a:solidFill>
              <a:srgbClr val="B9802A"/>
            </a:solidFill>
            <a:prstDash val="solid"/>
          </a:ln>
        </p:spPr>
      </p:sp>
      <p:sp>
        <p:nvSpPr>
          <p:cNvPr id="17" name="state-kicker">
            <a:extLst xmlns:a="http://schemas.openxmlformats.org/drawingml/2006/main">
              <a:ext uri="{FF2B5EF4-FFF2-40B4-BE49-F238E27FC236}">
                <a16:creationId xmlns:a16="http://schemas.microsoft.com/office/drawing/2014/main" id="{2C97AF4D-2C7D-44EC-8622-CE94FA80BC6B}"/>
              </a:ext>
            </a:extLst>
          </p:cNvPr>
          <p:cNvSpPr>
            <a:spLocks xmlns:a="http://schemas.openxmlformats.org/drawingml/2006/main" noGrp="1"/>
          </p:cNvSpPr>
          <p:nvPr/>
        </p:nvSpPr>
        <p:spPr>
          <a:xfrm xmlns:a="http://schemas.openxmlformats.org/drawingml/2006/main">
            <a:off x="6334125" y="2266950"/>
            <a:ext cx="1943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00" b="1">
                <a:solidFill>
                  <a:srgbClr val="B9802A"/>
                </a:solidFill>
                <a:latin typeface="Arial"/>
                <a:ea typeface="Arial"/>
                <a:cs typeface="Arial"/>
              </a:defRPr>
            </a:defPPr>
            <a:lvl1pPr algn="l">
              <a:defRPr sz="1200" b="1">
                <a:solidFill>
                  <a:srgbClr val="B9802A"/>
                </a:solidFill>
                <a:latin typeface="Arial"/>
                <a:ea typeface="Arial"/>
                <a:cs typeface="Arial"/>
              </a:defRPr>
            </a:lvl1pPr>
            <a:lvl2pPr algn="l">
              <a:defRPr sz="1200" b="1">
                <a:solidFill>
                  <a:srgbClr val="B9802A"/>
                </a:solidFill>
                <a:latin typeface="Arial"/>
                <a:ea typeface="Arial"/>
                <a:cs typeface="Arial"/>
              </a:defRPr>
            </a:lvl2pPr>
            <a:lvl3pPr algn="l">
              <a:defRPr sz="1200" b="1">
                <a:solidFill>
                  <a:srgbClr val="B9802A"/>
                </a:solidFill>
                <a:latin typeface="Arial"/>
                <a:ea typeface="Arial"/>
                <a:cs typeface="Arial"/>
              </a:defRPr>
            </a:lvl3pPr>
            <a:lvl4pPr algn="l">
              <a:defRPr sz="1200" b="1">
                <a:solidFill>
                  <a:srgbClr val="B9802A"/>
                </a:solidFill>
                <a:latin typeface="Arial"/>
                <a:ea typeface="Arial"/>
                <a:cs typeface="Arial"/>
              </a:defRPr>
            </a:lvl4pPr>
            <a:lvl5pPr algn="l">
              <a:defRPr sz="1200" b="1">
                <a:solidFill>
                  <a:srgbClr val="B9802A"/>
                </a:solidFill>
                <a:latin typeface="Arial"/>
                <a:ea typeface="Arial"/>
                <a:cs typeface="Arial"/>
              </a:defRPr>
            </a:lvl5pPr>
            <a:lvl6pPr algn="l">
              <a:defRPr sz="1200" b="1">
                <a:solidFill>
                  <a:srgbClr val="B9802A"/>
                </a:solidFill>
                <a:latin typeface="Arial"/>
                <a:ea typeface="Arial"/>
                <a:cs typeface="Arial"/>
              </a:defRPr>
            </a:lvl6pPr>
            <a:lvl7pPr algn="l">
              <a:defRPr sz="1200" b="1">
                <a:solidFill>
                  <a:srgbClr val="B9802A"/>
                </a:solidFill>
                <a:latin typeface="Arial"/>
                <a:ea typeface="Arial"/>
                <a:cs typeface="Arial"/>
              </a:defRPr>
            </a:lvl7pPr>
            <a:lvl8pPr algn="l">
              <a:defRPr sz="1200" b="1">
                <a:solidFill>
                  <a:srgbClr val="B9802A"/>
                </a:solidFill>
                <a:latin typeface="Arial"/>
                <a:ea typeface="Arial"/>
                <a:cs typeface="Arial"/>
              </a:defRPr>
            </a:lvl8pPr>
            <a:lvl9pPr algn="l">
              <a:defRPr sz="1200" b="1">
                <a:solidFill>
                  <a:srgbClr val="B9802A"/>
                </a:solidFill>
                <a:latin typeface="Arial"/>
                <a:ea typeface="Arial"/>
                <a:cs typeface="Arial"/>
              </a:defRPr>
            </a:lvl9pPr>
          </a:lstStyle>
          <a:p xmlns:a="http://schemas.openxmlformats.org/drawingml/2006/main">
            <a:pPr algn="l">
              <a:lnSpc>
                <a:spcPct val="104000"/>
              </a:lnSpc>
              <a:buNone/>
              <a:defRPr sz="1200" b="1">
                <a:solidFill>
                  <a:srgbClr val="B9802A"/>
                </a:solidFill>
                <a:latin typeface="Arial"/>
                <a:ea typeface="Arial"/>
                <a:cs typeface="Arial"/>
              </a:defRPr>
            </a:pPr>
            <a:r>
              <a:rPr sz="1200" b="1">
                <a:solidFill>
                  <a:srgbClr val="B9802A"/>
                </a:solidFill>
                <a:latin typeface="Arial"/>
                <a:ea typeface="Arial"/>
                <a:cs typeface="Arial"/>
              </a:rPr>
              <a:t>REFERENCE INSERTION</a:t>
            </a:r>
          </a:p>
        </p:txBody>
      </p:sp>
      <p:sp>
        <p:nvSpPr>
          <p:cNvPr id="18" name="state-title">
            <a:extLst xmlns:a="http://schemas.openxmlformats.org/drawingml/2006/main">
              <a:ext uri="{FF2B5EF4-FFF2-40B4-BE49-F238E27FC236}">
                <a16:creationId xmlns:a16="http://schemas.microsoft.com/office/drawing/2014/main" id="{DDFC1FFB-0F27-44B5-9CF2-E717E13EE535}"/>
              </a:ext>
            </a:extLst>
          </p:cNvPr>
          <p:cNvSpPr>
            <a:spLocks xmlns:a="http://schemas.openxmlformats.org/drawingml/2006/main" noGrp="1"/>
          </p:cNvSpPr>
          <p:nvPr/>
        </p:nvSpPr>
        <p:spPr>
          <a:xfrm xmlns:a="http://schemas.openxmlformats.org/drawingml/2006/main">
            <a:off x="6324600" y="26479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950" b="1">
                <a:solidFill>
                  <a:srgbClr val="17393C"/>
                </a:solidFill>
                <a:latin typeface="Arial"/>
                <a:ea typeface="Arial"/>
                <a:cs typeface="Arial"/>
              </a:defRPr>
            </a:defPPr>
            <a:lvl1pPr algn="l">
              <a:defRPr sz="1950" b="1">
                <a:solidFill>
                  <a:srgbClr val="17393C"/>
                </a:solidFill>
                <a:latin typeface="Arial"/>
                <a:ea typeface="Arial"/>
                <a:cs typeface="Arial"/>
              </a:defRPr>
            </a:lvl1pPr>
            <a:lvl2pPr algn="l">
              <a:defRPr sz="1950" b="1">
                <a:solidFill>
                  <a:srgbClr val="17393C"/>
                </a:solidFill>
                <a:latin typeface="Arial"/>
                <a:ea typeface="Arial"/>
                <a:cs typeface="Arial"/>
              </a:defRPr>
            </a:lvl2pPr>
            <a:lvl3pPr algn="l">
              <a:defRPr sz="1950" b="1">
                <a:solidFill>
                  <a:srgbClr val="17393C"/>
                </a:solidFill>
                <a:latin typeface="Arial"/>
                <a:ea typeface="Arial"/>
                <a:cs typeface="Arial"/>
              </a:defRPr>
            </a:lvl3pPr>
            <a:lvl4pPr algn="l">
              <a:defRPr sz="1950" b="1">
                <a:solidFill>
                  <a:srgbClr val="17393C"/>
                </a:solidFill>
                <a:latin typeface="Arial"/>
                <a:ea typeface="Arial"/>
                <a:cs typeface="Arial"/>
              </a:defRPr>
            </a:lvl4pPr>
            <a:lvl5pPr algn="l">
              <a:defRPr sz="1950" b="1">
                <a:solidFill>
                  <a:srgbClr val="17393C"/>
                </a:solidFill>
                <a:latin typeface="Arial"/>
                <a:ea typeface="Arial"/>
                <a:cs typeface="Arial"/>
              </a:defRPr>
            </a:lvl5pPr>
            <a:lvl6pPr algn="l">
              <a:defRPr sz="1950" b="1">
                <a:solidFill>
                  <a:srgbClr val="17393C"/>
                </a:solidFill>
                <a:latin typeface="Arial"/>
                <a:ea typeface="Arial"/>
                <a:cs typeface="Arial"/>
              </a:defRPr>
            </a:lvl6pPr>
            <a:lvl7pPr algn="l">
              <a:defRPr sz="1950" b="1">
                <a:solidFill>
                  <a:srgbClr val="17393C"/>
                </a:solidFill>
                <a:latin typeface="Arial"/>
                <a:ea typeface="Arial"/>
                <a:cs typeface="Arial"/>
              </a:defRPr>
            </a:lvl7pPr>
            <a:lvl8pPr algn="l">
              <a:defRPr sz="1950" b="1">
                <a:solidFill>
                  <a:srgbClr val="17393C"/>
                </a:solidFill>
                <a:latin typeface="Arial"/>
                <a:ea typeface="Arial"/>
                <a:cs typeface="Arial"/>
              </a:defRPr>
            </a:lvl8pPr>
            <a:lvl9pPr algn="l">
              <a:defRPr sz="1950" b="1">
                <a:solidFill>
                  <a:srgbClr val="17393C"/>
                </a:solidFill>
                <a:latin typeface="Arial"/>
                <a:ea typeface="Arial"/>
                <a:cs typeface="Arial"/>
              </a:defRPr>
            </a:lvl9pPr>
          </a:lstStyle>
          <a:p xmlns:a="http://schemas.openxmlformats.org/drawingml/2006/main">
            <a:pPr algn="l">
              <a:lnSpc>
                <a:spcPct val="104000"/>
              </a:lnSpc>
              <a:buNone/>
              <a:defRPr sz="1950" b="1">
                <a:solidFill>
                  <a:srgbClr val="17393C"/>
                </a:solidFill>
                <a:latin typeface="Arial"/>
                <a:ea typeface="Arial"/>
                <a:cs typeface="Arial"/>
              </a:defRPr>
            </a:pPr>
            <a:r>
              <a:rPr sz="1950" b="1">
                <a:solidFill>
                  <a:srgbClr val="17393C"/>
                </a:solidFill>
                <a:latin typeface="Arial"/>
                <a:ea typeface="Arial"/>
                <a:cs typeface="Arial"/>
              </a:rPr>
              <a:t>Skill tree</a:t>
            </a:r>
          </a:p>
        </p:txBody>
      </p:sp>
      <p:sp>
        <p:nvSpPr>
          <p:cNvPr id="19" name="state-body">
            <a:extLst xmlns:a="http://schemas.openxmlformats.org/drawingml/2006/main">
              <a:ext uri="{FF2B5EF4-FFF2-40B4-BE49-F238E27FC236}">
                <a16:creationId xmlns:a16="http://schemas.microsoft.com/office/drawing/2014/main" id="{3E3F386C-CF03-4631-A48F-7FBBAF62F2B8}"/>
              </a:ext>
            </a:extLst>
          </p:cNvPr>
          <p:cNvSpPr>
            <a:spLocks xmlns:a="http://schemas.openxmlformats.org/drawingml/2006/main" noGrp="1"/>
          </p:cNvSpPr>
          <p:nvPr/>
        </p:nvSpPr>
        <p:spPr>
          <a:xfrm xmlns:a="http://schemas.openxmlformats.org/drawingml/2006/main">
            <a:off x="6324600" y="3352800"/>
            <a:ext cx="19431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0">
                <a:solidFill>
                  <a:srgbClr val="34595D"/>
                </a:solidFill>
                <a:latin typeface="Arial"/>
                <a:ea typeface="Arial"/>
                <a:cs typeface="Arial"/>
              </a:defRPr>
            </a:defPPr>
            <a:lvl1pPr algn="l">
              <a:defRPr sz="1650" b="0">
                <a:solidFill>
                  <a:srgbClr val="34595D"/>
                </a:solidFill>
                <a:latin typeface="Arial"/>
                <a:ea typeface="Arial"/>
                <a:cs typeface="Arial"/>
              </a:defRPr>
            </a:lvl1pPr>
            <a:lvl2pPr algn="l">
              <a:defRPr sz="1650" b="0">
                <a:solidFill>
                  <a:srgbClr val="34595D"/>
                </a:solidFill>
                <a:latin typeface="Arial"/>
                <a:ea typeface="Arial"/>
                <a:cs typeface="Arial"/>
              </a:defRPr>
            </a:lvl2pPr>
            <a:lvl3pPr algn="l">
              <a:defRPr sz="1650" b="0">
                <a:solidFill>
                  <a:srgbClr val="34595D"/>
                </a:solidFill>
                <a:latin typeface="Arial"/>
                <a:ea typeface="Arial"/>
                <a:cs typeface="Arial"/>
              </a:defRPr>
            </a:lvl3pPr>
            <a:lvl4pPr algn="l">
              <a:defRPr sz="1650" b="0">
                <a:solidFill>
                  <a:srgbClr val="34595D"/>
                </a:solidFill>
                <a:latin typeface="Arial"/>
                <a:ea typeface="Arial"/>
                <a:cs typeface="Arial"/>
              </a:defRPr>
            </a:lvl4pPr>
            <a:lvl5pPr algn="l">
              <a:defRPr sz="1650" b="0">
                <a:solidFill>
                  <a:srgbClr val="34595D"/>
                </a:solidFill>
                <a:latin typeface="Arial"/>
                <a:ea typeface="Arial"/>
                <a:cs typeface="Arial"/>
              </a:defRPr>
            </a:lvl5pPr>
            <a:lvl6pPr algn="l">
              <a:defRPr sz="1650" b="0">
                <a:solidFill>
                  <a:srgbClr val="34595D"/>
                </a:solidFill>
                <a:latin typeface="Arial"/>
                <a:ea typeface="Arial"/>
                <a:cs typeface="Arial"/>
              </a:defRPr>
            </a:lvl6pPr>
            <a:lvl7pPr algn="l">
              <a:defRPr sz="1650" b="0">
                <a:solidFill>
                  <a:srgbClr val="34595D"/>
                </a:solidFill>
                <a:latin typeface="Arial"/>
                <a:ea typeface="Arial"/>
                <a:cs typeface="Arial"/>
              </a:defRPr>
            </a:lvl7pPr>
            <a:lvl8pPr algn="l">
              <a:defRPr sz="1650" b="0">
                <a:solidFill>
                  <a:srgbClr val="34595D"/>
                </a:solidFill>
                <a:latin typeface="Arial"/>
                <a:ea typeface="Arial"/>
                <a:cs typeface="Arial"/>
              </a:defRPr>
            </a:lvl8pPr>
            <a:lvl9pPr algn="l">
              <a:defRPr sz="1650" b="0">
                <a:solidFill>
                  <a:srgbClr val="34595D"/>
                </a:solidFill>
                <a:latin typeface="Arial"/>
                <a:ea typeface="Arial"/>
                <a:cs typeface="Arial"/>
              </a:defRPr>
            </a:lvl9pPr>
          </a:lstStyle>
          <a:p xmlns:a="http://schemas.openxmlformats.org/drawingml/2006/main">
            <a:pPr algn="l">
              <a:lnSpc>
                <a:spcPct val="108000"/>
              </a:lnSpc>
              <a:buNone/>
              <a:defRPr sz="1650" b="0">
                <a:solidFill>
                  <a:srgbClr val="34595D"/>
                </a:solidFill>
                <a:latin typeface="Arial"/>
                <a:ea typeface="Arial"/>
                <a:cs typeface="Arial"/>
              </a:defRPr>
            </a:pPr>
            <a:r>
              <a:rPr sz="1650" b="0">
                <a:solidFill>
                  <a:srgbClr val="34595D"/>
                </a:solidFill>
                <a:latin typeface="Arial"/>
                <a:ea typeface="Arial"/>
                <a:cs typeface="Arial"/>
              </a:rPr>
              <a:t>Condition registry</a:t>
            </a:r>
          </a:p>
          <a:p xmlns:a="http://schemas.openxmlformats.org/drawingml/2006/main">
            <a:pPr algn="l">
              <a:lnSpc>
                <a:spcPct val="108000"/>
              </a:lnSpc>
              <a:buNone/>
              <a:defRPr sz="1650" b="0">
                <a:solidFill>
                  <a:srgbClr val="34595D"/>
                </a:solidFill>
                <a:latin typeface="Arial"/>
                <a:ea typeface="Arial"/>
                <a:cs typeface="Arial"/>
              </a:defRPr>
            </a:pPr>
            <a:r>
              <a:rPr sz="1650" b="0">
                <a:solidFill>
                  <a:srgbClr val="34595D"/>
                </a:solidFill>
                <a:latin typeface="Arial"/>
                <a:ea typeface="Arial"/>
                <a:cs typeface="Arial"/>
              </a:rPr>
              <a:t>Parent-child rules</a:t>
            </a:r>
          </a:p>
          <a:p xmlns:a="http://schemas.openxmlformats.org/drawingml/2006/main">
            <a:pPr algn="l">
              <a:lnSpc>
                <a:spcPct val="108000"/>
              </a:lnSpc>
              <a:buNone/>
              <a:defRPr sz="1650" b="0">
                <a:solidFill>
                  <a:srgbClr val="34595D"/>
                </a:solidFill>
                <a:latin typeface="Arial"/>
                <a:ea typeface="Arial"/>
                <a:cs typeface="Arial"/>
              </a:defRPr>
            </a:pPr>
            <a:r>
              <a:rPr sz="1650" b="0">
                <a:solidFill>
                  <a:srgbClr val="34595D"/>
                </a:solidFill>
                <a:latin typeface="Arial"/>
                <a:ea typeface="Arial"/>
                <a:cs typeface="Arial"/>
              </a:rPr>
              <a:t>Instruction blocks</a:t>
            </a:r>
          </a:p>
        </p:txBody>
      </p:sp>
      <p:sp>
        <p:nvSpPr>
          <p:cNvPr id="20" name="runtime">
            <a:extLst xmlns:a="http://schemas.openxmlformats.org/drawingml/2006/main">
              <a:ext uri="{FF2B5EF4-FFF2-40B4-BE49-F238E27FC236}">
                <a16:creationId xmlns:a16="http://schemas.microsoft.com/office/drawing/2014/main" id="{2999888C-8CDF-4818-A15E-FC7F512DC857}"/>
              </a:ext>
            </a:extLst>
          </p:cNvPr>
          <p:cNvSpPr>
            <a:spLocks xmlns:a="http://schemas.openxmlformats.org/drawingml/2006/main" noGrp="1"/>
          </p:cNvSpPr>
          <p:nvPr/>
        </p:nvSpPr>
        <p:spPr>
          <a:xfrm xmlns:a="http://schemas.openxmlformats.org/drawingml/2006/main">
            <a:off x="8801100" y="2057400"/>
            <a:ext cx="2343150" cy="2533650"/>
          </a:xfrm>
          <a:prstGeom xmlns:a="http://schemas.openxmlformats.org/drawingml/2006/main" prst="roundRect">
            <a:avLst>
              <a:gd name="adj" fmla="val 4065"/>
            </a:avLst>
          </a:prstGeom>
          <a:solidFill xmlns:a="http://schemas.openxmlformats.org/drawingml/2006/main">
            <a:srgbClr val="FFFFFF"/>
          </a:solidFill>
          <a:ln xmlns:a="http://schemas.openxmlformats.org/drawingml/2006/main" w="11430">
            <a:solidFill>
              <a:srgbClr val="CAD8D4"/>
            </a:solidFill>
            <a:prstDash val="solid"/>
          </a:ln>
        </p:spPr>
      </p:sp>
      <p:sp>
        <p:nvSpPr>
          <p:cNvPr id="21" name="runtime-accent">
            <a:extLst xmlns:a="http://schemas.openxmlformats.org/drawingml/2006/main">
              <a:ext uri="{FF2B5EF4-FFF2-40B4-BE49-F238E27FC236}">
                <a16:creationId xmlns:a16="http://schemas.microsoft.com/office/drawing/2014/main" id="{7F25C2E4-43CE-47FD-9959-53E9AFF15846}"/>
              </a:ext>
            </a:extLst>
          </p:cNvPr>
          <p:cNvSpPr>
            <a:spLocks xmlns:a="http://schemas.openxmlformats.org/drawingml/2006/main" noGrp="1"/>
          </p:cNvSpPr>
          <p:nvPr/>
        </p:nvSpPr>
        <p:spPr>
          <a:xfrm xmlns:a="http://schemas.openxmlformats.org/drawingml/2006/main">
            <a:off x="8801100" y="2057400"/>
            <a:ext cx="76200" cy="2533650"/>
          </a:xfrm>
          <a:prstGeom xmlns:a="http://schemas.openxmlformats.org/drawingml/2006/main" prst="rect">
            <a:avLst/>
          </a:prstGeom>
          <a:solidFill xmlns:a="http://schemas.openxmlformats.org/drawingml/2006/main">
            <a:srgbClr val="146A66"/>
          </a:solidFill>
          <a:ln xmlns:a="http://schemas.openxmlformats.org/drawingml/2006/main" w="0">
            <a:solidFill>
              <a:srgbClr val="146A66"/>
            </a:solidFill>
            <a:prstDash val="solid"/>
          </a:ln>
        </p:spPr>
      </p:sp>
      <p:sp>
        <p:nvSpPr>
          <p:cNvPr id="22" name="runtime-kicker">
            <a:extLst xmlns:a="http://schemas.openxmlformats.org/drawingml/2006/main">
              <a:ext uri="{FF2B5EF4-FFF2-40B4-BE49-F238E27FC236}">
                <a16:creationId xmlns:a16="http://schemas.microsoft.com/office/drawing/2014/main" id="{15B9980C-E17A-47BD-8D89-FA309B3D2C4C}"/>
              </a:ext>
            </a:extLst>
          </p:cNvPr>
          <p:cNvSpPr>
            <a:spLocks xmlns:a="http://schemas.openxmlformats.org/drawingml/2006/main" noGrp="1"/>
          </p:cNvSpPr>
          <p:nvPr/>
        </p:nvSpPr>
        <p:spPr>
          <a:xfrm xmlns:a="http://schemas.openxmlformats.org/drawingml/2006/main">
            <a:off x="9020175" y="2266950"/>
            <a:ext cx="1943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00" b="1">
                <a:solidFill>
                  <a:srgbClr val="146A66"/>
                </a:solidFill>
                <a:latin typeface="Arial"/>
                <a:ea typeface="Arial"/>
                <a:cs typeface="Arial"/>
              </a:defRPr>
            </a:defPPr>
            <a:lvl1pPr algn="l">
              <a:defRPr sz="1200" b="1">
                <a:solidFill>
                  <a:srgbClr val="146A66"/>
                </a:solidFill>
                <a:latin typeface="Arial"/>
                <a:ea typeface="Arial"/>
                <a:cs typeface="Arial"/>
              </a:defRPr>
            </a:lvl1pPr>
            <a:lvl2pPr algn="l">
              <a:defRPr sz="1200" b="1">
                <a:solidFill>
                  <a:srgbClr val="146A66"/>
                </a:solidFill>
                <a:latin typeface="Arial"/>
                <a:ea typeface="Arial"/>
                <a:cs typeface="Arial"/>
              </a:defRPr>
            </a:lvl2pPr>
            <a:lvl3pPr algn="l">
              <a:defRPr sz="1200" b="1">
                <a:solidFill>
                  <a:srgbClr val="146A66"/>
                </a:solidFill>
                <a:latin typeface="Arial"/>
                <a:ea typeface="Arial"/>
                <a:cs typeface="Arial"/>
              </a:defRPr>
            </a:lvl3pPr>
            <a:lvl4pPr algn="l">
              <a:defRPr sz="1200" b="1">
                <a:solidFill>
                  <a:srgbClr val="146A66"/>
                </a:solidFill>
                <a:latin typeface="Arial"/>
                <a:ea typeface="Arial"/>
                <a:cs typeface="Arial"/>
              </a:defRPr>
            </a:lvl4pPr>
            <a:lvl5pPr algn="l">
              <a:defRPr sz="1200" b="1">
                <a:solidFill>
                  <a:srgbClr val="146A66"/>
                </a:solidFill>
                <a:latin typeface="Arial"/>
                <a:ea typeface="Arial"/>
                <a:cs typeface="Arial"/>
              </a:defRPr>
            </a:lvl5pPr>
            <a:lvl6pPr algn="l">
              <a:defRPr sz="1200" b="1">
                <a:solidFill>
                  <a:srgbClr val="146A66"/>
                </a:solidFill>
                <a:latin typeface="Arial"/>
                <a:ea typeface="Arial"/>
                <a:cs typeface="Arial"/>
              </a:defRPr>
            </a:lvl6pPr>
            <a:lvl7pPr algn="l">
              <a:defRPr sz="1200" b="1">
                <a:solidFill>
                  <a:srgbClr val="146A66"/>
                </a:solidFill>
                <a:latin typeface="Arial"/>
                <a:ea typeface="Arial"/>
                <a:cs typeface="Arial"/>
              </a:defRPr>
            </a:lvl7pPr>
            <a:lvl8pPr algn="l">
              <a:defRPr sz="1200" b="1">
                <a:solidFill>
                  <a:srgbClr val="146A66"/>
                </a:solidFill>
                <a:latin typeface="Arial"/>
                <a:ea typeface="Arial"/>
                <a:cs typeface="Arial"/>
              </a:defRPr>
            </a:lvl8pPr>
            <a:lvl9pPr algn="l">
              <a:defRPr sz="1200" b="1">
                <a:solidFill>
                  <a:srgbClr val="146A66"/>
                </a:solidFill>
                <a:latin typeface="Arial"/>
                <a:ea typeface="Arial"/>
                <a:cs typeface="Arial"/>
              </a:defRPr>
            </a:lvl9pPr>
          </a:lstStyle>
          <a:p xmlns:a="http://schemas.openxmlformats.org/drawingml/2006/main">
            <a:pPr algn="l">
              <a:lnSpc>
                <a:spcPct val="104000"/>
              </a:lnSpc>
              <a:buNone/>
              <a:defRPr sz="1200" b="1">
                <a:solidFill>
                  <a:srgbClr val="146A66"/>
                </a:solidFill>
                <a:latin typeface="Arial"/>
                <a:ea typeface="Arial"/>
                <a:cs typeface="Arial"/>
              </a:defRPr>
            </a:pPr>
            <a:r>
              <a:rPr sz="1200" b="1">
                <a:solidFill>
                  <a:srgbClr val="146A66"/>
                </a:solidFill>
                <a:latin typeface="Arial"/>
                <a:ea typeface="Arial"/>
                <a:cs typeface="Arial"/>
              </a:rPr>
              <a:t>TASK-TIME USE</a:t>
            </a:r>
          </a:p>
        </p:txBody>
      </p:sp>
      <p:sp>
        <p:nvSpPr>
          <p:cNvPr id="23" name="runtime-title">
            <a:extLst xmlns:a="http://schemas.openxmlformats.org/drawingml/2006/main">
              <a:ext uri="{FF2B5EF4-FFF2-40B4-BE49-F238E27FC236}">
                <a16:creationId xmlns:a16="http://schemas.microsoft.com/office/drawing/2014/main" id="{4A1DC762-3435-43DC-9F1D-3E4C792B305E}"/>
              </a:ext>
            </a:extLst>
          </p:cNvPr>
          <p:cNvSpPr>
            <a:spLocks xmlns:a="http://schemas.openxmlformats.org/drawingml/2006/main" noGrp="1"/>
          </p:cNvSpPr>
          <p:nvPr/>
        </p:nvSpPr>
        <p:spPr>
          <a:xfrm xmlns:a="http://schemas.openxmlformats.org/drawingml/2006/main">
            <a:off x="9010650" y="26479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950" b="1">
                <a:solidFill>
                  <a:srgbClr val="17393C"/>
                </a:solidFill>
                <a:latin typeface="Arial"/>
                <a:ea typeface="Arial"/>
                <a:cs typeface="Arial"/>
              </a:defRPr>
            </a:defPPr>
            <a:lvl1pPr algn="l">
              <a:defRPr sz="1950" b="1">
                <a:solidFill>
                  <a:srgbClr val="17393C"/>
                </a:solidFill>
                <a:latin typeface="Arial"/>
                <a:ea typeface="Arial"/>
                <a:cs typeface="Arial"/>
              </a:defRPr>
            </a:lvl1pPr>
            <a:lvl2pPr algn="l">
              <a:defRPr sz="1950" b="1">
                <a:solidFill>
                  <a:srgbClr val="17393C"/>
                </a:solidFill>
                <a:latin typeface="Arial"/>
                <a:ea typeface="Arial"/>
                <a:cs typeface="Arial"/>
              </a:defRPr>
            </a:lvl2pPr>
            <a:lvl3pPr algn="l">
              <a:defRPr sz="1950" b="1">
                <a:solidFill>
                  <a:srgbClr val="17393C"/>
                </a:solidFill>
                <a:latin typeface="Arial"/>
                <a:ea typeface="Arial"/>
                <a:cs typeface="Arial"/>
              </a:defRPr>
            </a:lvl3pPr>
            <a:lvl4pPr algn="l">
              <a:defRPr sz="1950" b="1">
                <a:solidFill>
                  <a:srgbClr val="17393C"/>
                </a:solidFill>
                <a:latin typeface="Arial"/>
                <a:ea typeface="Arial"/>
                <a:cs typeface="Arial"/>
              </a:defRPr>
            </a:lvl4pPr>
            <a:lvl5pPr algn="l">
              <a:defRPr sz="1950" b="1">
                <a:solidFill>
                  <a:srgbClr val="17393C"/>
                </a:solidFill>
                <a:latin typeface="Arial"/>
                <a:ea typeface="Arial"/>
                <a:cs typeface="Arial"/>
              </a:defRPr>
            </a:lvl5pPr>
            <a:lvl6pPr algn="l">
              <a:defRPr sz="1950" b="1">
                <a:solidFill>
                  <a:srgbClr val="17393C"/>
                </a:solidFill>
                <a:latin typeface="Arial"/>
                <a:ea typeface="Arial"/>
                <a:cs typeface="Arial"/>
              </a:defRPr>
            </a:lvl6pPr>
            <a:lvl7pPr algn="l">
              <a:defRPr sz="1950" b="1">
                <a:solidFill>
                  <a:srgbClr val="17393C"/>
                </a:solidFill>
                <a:latin typeface="Arial"/>
                <a:ea typeface="Arial"/>
                <a:cs typeface="Arial"/>
              </a:defRPr>
            </a:lvl7pPr>
            <a:lvl8pPr algn="l">
              <a:defRPr sz="1950" b="1">
                <a:solidFill>
                  <a:srgbClr val="17393C"/>
                </a:solidFill>
                <a:latin typeface="Arial"/>
                <a:ea typeface="Arial"/>
                <a:cs typeface="Arial"/>
              </a:defRPr>
            </a:lvl8pPr>
            <a:lvl9pPr algn="l">
              <a:defRPr sz="1950" b="1">
                <a:solidFill>
                  <a:srgbClr val="17393C"/>
                </a:solidFill>
                <a:latin typeface="Arial"/>
                <a:ea typeface="Arial"/>
                <a:cs typeface="Arial"/>
              </a:defRPr>
            </a:lvl9pPr>
          </a:lstStyle>
          <a:p xmlns:a="http://schemas.openxmlformats.org/drawingml/2006/main">
            <a:pPr algn="l">
              <a:lnSpc>
                <a:spcPct val="104000"/>
              </a:lnSpc>
              <a:buNone/>
              <a:defRPr sz="1950" b="1">
                <a:solidFill>
                  <a:srgbClr val="17393C"/>
                </a:solidFill>
                <a:latin typeface="Arial"/>
                <a:ea typeface="Arial"/>
                <a:cs typeface="Arial"/>
              </a:defRPr>
            </a:pPr>
            <a:r>
              <a:rPr sz="1950" b="1">
                <a:solidFill>
                  <a:srgbClr val="17393C"/>
                </a:solidFill>
                <a:latin typeface="Arial"/>
                <a:ea typeface="Arial"/>
                <a:cs typeface="Arial"/>
              </a:rPr>
              <a:t>RDR runtime</a:t>
            </a:r>
          </a:p>
        </p:txBody>
      </p:sp>
      <p:sp>
        <p:nvSpPr>
          <p:cNvPr id="24" name="runtime-body">
            <a:extLst xmlns:a="http://schemas.openxmlformats.org/drawingml/2006/main">
              <a:ext uri="{FF2B5EF4-FFF2-40B4-BE49-F238E27FC236}">
                <a16:creationId xmlns:a16="http://schemas.microsoft.com/office/drawing/2014/main" id="{BB56BDBA-5719-4A2F-A34B-E2292358F34B}"/>
              </a:ext>
            </a:extLst>
          </p:cNvPr>
          <p:cNvSpPr>
            <a:spLocks xmlns:a="http://schemas.openxmlformats.org/drawingml/2006/main" noGrp="1"/>
          </p:cNvSpPr>
          <p:nvPr/>
        </p:nvSpPr>
        <p:spPr>
          <a:xfrm xmlns:a="http://schemas.openxmlformats.org/drawingml/2006/main">
            <a:off x="9010650" y="3352800"/>
            <a:ext cx="19431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0">
                <a:solidFill>
                  <a:srgbClr val="34595D"/>
                </a:solidFill>
                <a:latin typeface="Arial"/>
                <a:ea typeface="Arial"/>
                <a:cs typeface="Arial"/>
              </a:defRPr>
            </a:defPPr>
            <a:lvl1pPr algn="l">
              <a:defRPr sz="1650" b="0">
                <a:solidFill>
                  <a:srgbClr val="34595D"/>
                </a:solidFill>
                <a:latin typeface="Arial"/>
                <a:ea typeface="Arial"/>
                <a:cs typeface="Arial"/>
              </a:defRPr>
            </a:lvl1pPr>
            <a:lvl2pPr algn="l">
              <a:defRPr sz="1650" b="0">
                <a:solidFill>
                  <a:srgbClr val="34595D"/>
                </a:solidFill>
                <a:latin typeface="Arial"/>
                <a:ea typeface="Arial"/>
                <a:cs typeface="Arial"/>
              </a:defRPr>
            </a:lvl2pPr>
            <a:lvl3pPr algn="l">
              <a:defRPr sz="1650" b="0">
                <a:solidFill>
                  <a:srgbClr val="34595D"/>
                </a:solidFill>
                <a:latin typeface="Arial"/>
                <a:ea typeface="Arial"/>
                <a:cs typeface="Arial"/>
              </a:defRPr>
            </a:lvl3pPr>
            <a:lvl4pPr algn="l">
              <a:defRPr sz="1650" b="0">
                <a:solidFill>
                  <a:srgbClr val="34595D"/>
                </a:solidFill>
                <a:latin typeface="Arial"/>
                <a:ea typeface="Arial"/>
                <a:cs typeface="Arial"/>
              </a:defRPr>
            </a:lvl4pPr>
            <a:lvl5pPr algn="l">
              <a:defRPr sz="1650" b="0">
                <a:solidFill>
                  <a:srgbClr val="34595D"/>
                </a:solidFill>
                <a:latin typeface="Arial"/>
                <a:ea typeface="Arial"/>
                <a:cs typeface="Arial"/>
              </a:defRPr>
            </a:lvl5pPr>
            <a:lvl6pPr algn="l">
              <a:defRPr sz="1650" b="0">
                <a:solidFill>
                  <a:srgbClr val="34595D"/>
                </a:solidFill>
                <a:latin typeface="Arial"/>
                <a:ea typeface="Arial"/>
                <a:cs typeface="Arial"/>
              </a:defRPr>
            </a:lvl6pPr>
            <a:lvl7pPr algn="l">
              <a:defRPr sz="1650" b="0">
                <a:solidFill>
                  <a:srgbClr val="34595D"/>
                </a:solidFill>
                <a:latin typeface="Arial"/>
                <a:ea typeface="Arial"/>
                <a:cs typeface="Arial"/>
              </a:defRPr>
            </a:lvl7pPr>
            <a:lvl8pPr algn="l">
              <a:defRPr sz="1650" b="0">
                <a:solidFill>
                  <a:srgbClr val="34595D"/>
                </a:solidFill>
                <a:latin typeface="Arial"/>
                <a:ea typeface="Arial"/>
                <a:cs typeface="Arial"/>
              </a:defRPr>
            </a:lvl8pPr>
            <a:lvl9pPr algn="l">
              <a:defRPr sz="1650" b="0">
                <a:solidFill>
                  <a:srgbClr val="34595D"/>
                </a:solidFill>
                <a:latin typeface="Arial"/>
                <a:ea typeface="Arial"/>
                <a:cs typeface="Arial"/>
              </a:defRPr>
            </a:lvl9pPr>
          </a:lstStyle>
          <a:p xmlns:a="http://schemas.openxmlformats.org/drawingml/2006/main">
            <a:pPr algn="l">
              <a:lnSpc>
                <a:spcPct val="108000"/>
              </a:lnSpc>
              <a:buNone/>
              <a:defRPr sz="1650" b="0">
                <a:solidFill>
                  <a:srgbClr val="34595D"/>
                </a:solidFill>
                <a:latin typeface="Arial"/>
                <a:ea typeface="Arial"/>
                <a:cs typeface="Arial"/>
              </a:defRPr>
            </a:pPr>
            <a:r>
              <a:rPr sz="1650" b="0">
                <a:solidFill>
                  <a:srgbClr val="34595D"/>
                </a:solidFill>
                <a:latin typeface="Arial"/>
                <a:ea typeface="Arial"/>
                <a:cs typeface="Arial"/>
              </a:rPr>
              <a:t>Evaluate context</a:t>
            </a:r>
          </a:p>
          <a:p xmlns:a="http://schemas.openxmlformats.org/drawingml/2006/main">
            <a:pPr algn="l">
              <a:lnSpc>
                <a:spcPct val="108000"/>
              </a:lnSpc>
              <a:buNone/>
              <a:defRPr sz="1650" b="0">
                <a:solidFill>
                  <a:srgbClr val="34595D"/>
                </a:solidFill>
                <a:latin typeface="Arial"/>
                <a:ea typeface="Arial"/>
                <a:cs typeface="Arial"/>
              </a:defRPr>
            </a:pPr>
            <a:r>
              <a:rPr sz="1650" b="0">
                <a:solidFill>
                  <a:srgbClr val="34595D"/>
                </a:solidFill>
                <a:latin typeface="Arial"/>
                <a:ea typeface="Arial"/>
                <a:cs typeface="Arial"/>
              </a:rPr>
              <a:t>Follow true paths</a:t>
            </a:r>
          </a:p>
          <a:p xmlns:a="http://schemas.openxmlformats.org/drawingml/2006/main">
            <a:pPr algn="l">
              <a:lnSpc>
                <a:spcPct val="108000"/>
              </a:lnSpc>
              <a:buNone/>
              <a:defRPr sz="1650" b="0">
                <a:solidFill>
                  <a:srgbClr val="34595D"/>
                </a:solidFill>
                <a:latin typeface="Arial"/>
                <a:ea typeface="Arial"/>
                <a:cs typeface="Arial"/>
              </a:defRPr>
            </a:pPr>
            <a:r>
              <a:rPr sz="1650" b="0">
                <a:solidFill>
                  <a:srgbClr val="34595D"/>
                </a:solidFill>
                <a:latin typeface="Arial"/>
                <a:ea typeface="Arial"/>
                <a:cs typeface="Arial"/>
              </a:rPr>
              <a:t>Compose inherited fragments</a:t>
            </a:r>
          </a:p>
        </p:txBody>
      </p:sp>
      <p:sp>
        <p:nvSpPr>
          <p:cNvPr id="28" name="slide1-status-label">
            <a:extLst xmlns:a="http://schemas.openxmlformats.org/drawingml/2006/main">
              <a:ext uri="{FF2B5EF4-FFF2-40B4-BE49-F238E27FC236}">
                <a16:creationId xmlns:a16="http://schemas.microsoft.com/office/drawing/2014/main" id="{057D9DC2-4A8D-4F94-BF65-3A7D39E755C0}"/>
              </a:ext>
            </a:extLst>
          </p:cNvPr>
          <p:cNvSpPr>
            <a:spLocks xmlns:a="http://schemas.openxmlformats.org/drawingml/2006/main" noGrp="1"/>
          </p:cNvSpPr>
          <p:nvPr/>
        </p:nvSpPr>
        <p:spPr>
          <a:xfrm xmlns:a="http://schemas.openxmlformats.org/drawingml/2006/main">
            <a:off x="762000" y="501015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46A66"/>
                </a:solidFill>
                <a:latin typeface="Arial"/>
                <a:ea typeface="Arial"/>
                <a:cs typeface="Arial"/>
              </a:defRPr>
            </a:defPPr>
            <a:lvl1pPr algn="l">
              <a:defRPr sz="1275" b="1">
                <a:solidFill>
                  <a:srgbClr val="146A66"/>
                </a:solidFill>
                <a:latin typeface="Arial"/>
                <a:ea typeface="Arial"/>
                <a:cs typeface="Arial"/>
              </a:defRPr>
            </a:lvl1pPr>
            <a:lvl2pPr algn="l">
              <a:defRPr sz="1275" b="1">
                <a:solidFill>
                  <a:srgbClr val="146A66"/>
                </a:solidFill>
                <a:latin typeface="Arial"/>
                <a:ea typeface="Arial"/>
                <a:cs typeface="Arial"/>
              </a:defRPr>
            </a:lvl2pPr>
            <a:lvl3pPr algn="l">
              <a:defRPr sz="1275" b="1">
                <a:solidFill>
                  <a:srgbClr val="146A66"/>
                </a:solidFill>
                <a:latin typeface="Arial"/>
                <a:ea typeface="Arial"/>
                <a:cs typeface="Arial"/>
              </a:defRPr>
            </a:lvl3pPr>
            <a:lvl4pPr algn="l">
              <a:defRPr sz="1275" b="1">
                <a:solidFill>
                  <a:srgbClr val="146A66"/>
                </a:solidFill>
                <a:latin typeface="Arial"/>
                <a:ea typeface="Arial"/>
                <a:cs typeface="Arial"/>
              </a:defRPr>
            </a:lvl4pPr>
            <a:lvl5pPr algn="l">
              <a:defRPr sz="1275" b="1">
                <a:solidFill>
                  <a:srgbClr val="146A66"/>
                </a:solidFill>
                <a:latin typeface="Arial"/>
                <a:ea typeface="Arial"/>
                <a:cs typeface="Arial"/>
              </a:defRPr>
            </a:lvl5pPr>
            <a:lvl6pPr algn="l">
              <a:defRPr sz="1275" b="1">
                <a:solidFill>
                  <a:srgbClr val="146A66"/>
                </a:solidFill>
                <a:latin typeface="Arial"/>
                <a:ea typeface="Arial"/>
                <a:cs typeface="Arial"/>
              </a:defRPr>
            </a:lvl6pPr>
            <a:lvl7pPr algn="l">
              <a:defRPr sz="1275" b="1">
                <a:solidFill>
                  <a:srgbClr val="146A66"/>
                </a:solidFill>
                <a:latin typeface="Arial"/>
                <a:ea typeface="Arial"/>
                <a:cs typeface="Arial"/>
              </a:defRPr>
            </a:lvl7pPr>
            <a:lvl8pPr algn="l">
              <a:defRPr sz="1275" b="1">
                <a:solidFill>
                  <a:srgbClr val="146A66"/>
                </a:solidFill>
                <a:latin typeface="Arial"/>
                <a:ea typeface="Arial"/>
                <a:cs typeface="Arial"/>
              </a:defRPr>
            </a:lvl8pPr>
            <a:lvl9pPr algn="l">
              <a:defRPr sz="1275" b="1">
                <a:solidFill>
                  <a:srgbClr val="146A66"/>
                </a:solidFill>
                <a:latin typeface="Arial"/>
                <a:ea typeface="Arial"/>
                <a:cs typeface="Arial"/>
              </a:defRPr>
            </a:lvl9pPr>
          </a:lstStyle>
          <a:p xmlns:a="http://schemas.openxmlformats.org/drawingml/2006/main">
            <a:pPr algn="l">
              <a:lnSpc>
                <a:spcPct val="104000"/>
              </a:lnSpc>
              <a:buNone/>
              <a:defRPr sz="1275" b="1">
                <a:solidFill>
                  <a:srgbClr val="146A66"/>
                </a:solidFill>
                <a:latin typeface="Arial"/>
                <a:ea typeface="Arial"/>
                <a:cs typeface="Arial"/>
              </a:defRPr>
            </a:pPr>
            <a:r>
              <a:rPr sz="1275" b="1">
                <a:solidFill>
                  <a:srgbClr val="146A66"/>
                </a:solidFill>
                <a:latin typeface="Arial"/>
                <a:ea typeface="Arial"/>
                <a:cs typeface="Arial"/>
              </a:rPr>
              <a:t>CURRENT STATUS</a:t>
            </a:r>
          </a:p>
        </p:txBody>
      </p:sp>
      <p:sp>
        <p:nvSpPr>
          <p:cNvPr id="29" name="slide1-status">
            <a:extLst xmlns:a="http://schemas.openxmlformats.org/drawingml/2006/main">
              <a:ext uri="{FF2B5EF4-FFF2-40B4-BE49-F238E27FC236}">
                <a16:creationId xmlns:a16="http://schemas.microsoft.com/office/drawing/2014/main" id="{F4DE86D7-F0FE-438F-BC1F-F004E20534A5}"/>
              </a:ext>
            </a:extLst>
          </p:cNvPr>
          <p:cNvSpPr>
            <a:spLocks xmlns:a="http://schemas.openxmlformats.org/drawingml/2006/main" noGrp="1"/>
          </p:cNvSpPr>
          <p:nvPr/>
        </p:nvSpPr>
        <p:spPr>
          <a:xfrm xmlns:a="http://schemas.openxmlformats.org/drawingml/2006/main">
            <a:off x="762000" y="5286375"/>
            <a:ext cx="1066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0">
                <a:solidFill>
                  <a:srgbClr val="17393C"/>
                </a:solidFill>
                <a:latin typeface="Arial"/>
                <a:ea typeface="Arial"/>
                <a:cs typeface="Arial"/>
              </a:defRPr>
            </a:defPPr>
            <a:lvl1pPr algn="l">
              <a:defRPr sz="1725" b="0">
                <a:solidFill>
                  <a:srgbClr val="17393C"/>
                </a:solidFill>
                <a:latin typeface="Arial"/>
                <a:ea typeface="Arial"/>
                <a:cs typeface="Arial"/>
              </a:defRPr>
            </a:lvl1pPr>
            <a:lvl2pPr algn="l">
              <a:defRPr sz="1725" b="0">
                <a:solidFill>
                  <a:srgbClr val="17393C"/>
                </a:solidFill>
                <a:latin typeface="Arial"/>
                <a:ea typeface="Arial"/>
                <a:cs typeface="Arial"/>
              </a:defRPr>
            </a:lvl2pPr>
            <a:lvl3pPr algn="l">
              <a:defRPr sz="1725" b="0">
                <a:solidFill>
                  <a:srgbClr val="17393C"/>
                </a:solidFill>
                <a:latin typeface="Arial"/>
                <a:ea typeface="Arial"/>
                <a:cs typeface="Arial"/>
              </a:defRPr>
            </a:lvl3pPr>
            <a:lvl4pPr algn="l">
              <a:defRPr sz="1725" b="0">
                <a:solidFill>
                  <a:srgbClr val="17393C"/>
                </a:solidFill>
                <a:latin typeface="Arial"/>
                <a:ea typeface="Arial"/>
                <a:cs typeface="Arial"/>
              </a:defRPr>
            </a:lvl4pPr>
            <a:lvl5pPr algn="l">
              <a:defRPr sz="1725" b="0">
                <a:solidFill>
                  <a:srgbClr val="17393C"/>
                </a:solidFill>
                <a:latin typeface="Arial"/>
                <a:ea typeface="Arial"/>
                <a:cs typeface="Arial"/>
              </a:defRPr>
            </a:lvl5pPr>
            <a:lvl6pPr algn="l">
              <a:defRPr sz="1725" b="0">
                <a:solidFill>
                  <a:srgbClr val="17393C"/>
                </a:solidFill>
                <a:latin typeface="Arial"/>
                <a:ea typeface="Arial"/>
                <a:cs typeface="Arial"/>
              </a:defRPr>
            </a:lvl6pPr>
            <a:lvl7pPr algn="l">
              <a:defRPr sz="1725" b="0">
                <a:solidFill>
                  <a:srgbClr val="17393C"/>
                </a:solidFill>
                <a:latin typeface="Arial"/>
                <a:ea typeface="Arial"/>
                <a:cs typeface="Arial"/>
              </a:defRPr>
            </a:lvl7pPr>
            <a:lvl8pPr algn="l">
              <a:defRPr sz="1725" b="0">
                <a:solidFill>
                  <a:srgbClr val="17393C"/>
                </a:solidFill>
                <a:latin typeface="Arial"/>
                <a:ea typeface="Arial"/>
                <a:cs typeface="Arial"/>
              </a:defRPr>
            </a:lvl8pPr>
            <a:lvl9pPr algn="l">
              <a:defRPr sz="1725" b="0">
                <a:solidFill>
                  <a:srgbClr val="17393C"/>
                </a:solidFill>
                <a:latin typeface="Arial"/>
                <a:ea typeface="Arial"/>
                <a:cs typeface="Arial"/>
              </a:defRPr>
            </a:lvl9pPr>
          </a:lstStyle>
          <a:p xmlns:a="http://schemas.openxmlformats.org/drawingml/2006/main">
            <a:pPr algn="l">
              <a:lnSpc>
                <a:spcPct val="104000"/>
              </a:lnSpc>
              <a:buNone/>
              <a:defRPr sz="1725" b="0">
                <a:solidFill>
                  <a:srgbClr val="17393C"/>
                </a:solidFill>
                <a:latin typeface="Arial"/>
                <a:ea typeface="Arial"/>
                <a:cs typeface="Arial"/>
              </a:defRPr>
            </a:pPr>
            <a:r>
              <a:rPr sz="1725" b="0">
                <a:solidFill>
                  <a:srgbClr val="17393C"/>
                </a:solidFill>
                <a:latin typeface="Arial"/>
                <a:ea typeface="Arial"/>
                <a:cs typeface="Arial"/>
              </a:rPr>
              <a:t>Offline demo covers structured proposal, scoped insertion, replay, and skill rendering.</a:t>
            </a:r>
          </a:p>
        </p:txBody>
      </p:sp>
      <p:sp>
        <p:nvSpPr>
          <p:cNvPr id="30" name="slide1-caveat">
            <a:extLst xmlns:a="http://schemas.openxmlformats.org/drawingml/2006/main">
              <a:ext uri="{FF2B5EF4-FFF2-40B4-BE49-F238E27FC236}">
                <a16:creationId xmlns:a16="http://schemas.microsoft.com/office/drawing/2014/main" id="{B81D1C4E-CC32-4286-9875-0268E034377B}"/>
              </a:ext>
            </a:extLst>
          </p:cNvPr>
          <p:cNvSpPr>
            <a:spLocks xmlns:a="http://schemas.openxmlformats.org/drawingml/2006/main" noGrp="1"/>
          </p:cNvSpPr>
          <p:nvPr/>
        </p:nvSpPr>
        <p:spPr>
          <a:xfrm xmlns:a="http://schemas.openxmlformats.org/drawingml/2006/main">
            <a:off x="762000" y="5734050"/>
            <a:ext cx="1066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0">
                <a:solidFill>
                  <a:srgbClr val="5C7474"/>
                </a:solidFill>
                <a:latin typeface="Arial"/>
                <a:ea typeface="Arial"/>
                <a:cs typeface="Arial"/>
              </a:defRPr>
            </a:defPPr>
            <a:lvl1pPr algn="l">
              <a:defRPr sz="1650" b="0">
                <a:solidFill>
                  <a:srgbClr val="5C7474"/>
                </a:solidFill>
                <a:latin typeface="Arial"/>
                <a:ea typeface="Arial"/>
                <a:cs typeface="Arial"/>
              </a:defRPr>
            </a:lvl1pPr>
            <a:lvl2pPr algn="l">
              <a:defRPr sz="1650" b="0">
                <a:solidFill>
                  <a:srgbClr val="5C7474"/>
                </a:solidFill>
                <a:latin typeface="Arial"/>
                <a:ea typeface="Arial"/>
                <a:cs typeface="Arial"/>
              </a:defRPr>
            </a:lvl2pPr>
            <a:lvl3pPr algn="l">
              <a:defRPr sz="1650" b="0">
                <a:solidFill>
                  <a:srgbClr val="5C7474"/>
                </a:solidFill>
                <a:latin typeface="Arial"/>
                <a:ea typeface="Arial"/>
                <a:cs typeface="Arial"/>
              </a:defRPr>
            </a:lvl3pPr>
            <a:lvl4pPr algn="l">
              <a:defRPr sz="1650" b="0">
                <a:solidFill>
                  <a:srgbClr val="5C7474"/>
                </a:solidFill>
                <a:latin typeface="Arial"/>
                <a:ea typeface="Arial"/>
                <a:cs typeface="Arial"/>
              </a:defRPr>
            </a:lvl4pPr>
            <a:lvl5pPr algn="l">
              <a:defRPr sz="1650" b="0">
                <a:solidFill>
                  <a:srgbClr val="5C7474"/>
                </a:solidFill>
                <a:latin typeface="Arial"/>
                <a:ea typeface="Arial"/>
                <a:cs typeface="Arial"/>
              </a:defRPr>
            </a:lvl5pPr>
            <a:lvl6pPr algn="l">
              <a:defRPr sz="1650" b="0">
                <a:solidFill>
                  <a:srgbClr val="5C7474"/>
                </a:solidFill>
                <a:latin typeface="Arial"/>
                <a:ea typeface="Arial"/>
                <a:cs typeface="Arial"/>
              </a:defRPr>
            </a:lvl6pPr>
            <a:lvl7pPr algn="l">
              <a:defRPr sz="1650" b="0">
                <a:solidFill>
                  <a:srgbClr val="5C7474"/>
                </a:solidFill>
                <a:latin typeface="Arial"/>
                <a:ea typeface="Arial"/>
                <a:cs typeface="Arial"/>
              </a:defRPr>
            </a:lvl7pPr>
            <a:lvl8pPr algn="l">
              <a:defRPr sz="1650" b="0">
                <a:solidFill>
                  <a:srgbClr val="5C7474"/>
                </a:solidFill>
                <a:latin typeface="Arial"/>
                <a:ea typeface="Arial"/>
                <a:cs typeface="Arial"/>
              </a:defRPr>
            </a:lvl8pPr>
            <a:lvl9pPr algn="l">
              <a:defRPr sz="1650" b="0">
                <a:solidFill>
                  <a:srgbClr val="5C7474"/>
                </a:solidFill>
                <a:latin typeface="Arial"/>
                <a:ea typeface="Arial"/>
                <a:cs typeface="Arial"/>
              </a:defRPr>
            </a:lvl9pPr>
          </a:lstStyle>
          <a:p xmlns:a="http://schemas.openxmlformats.org/drawingml/2006/main">
            <a:pPr algn="l">
              <a:lnSpc>
                <a:spcPct val="104000"/>
              </a:lnSpc>
              <a:buNone/>
              <a:defRPr sz="1650" b="0">
                <a:solidFill>
                  <a:srgbClr val="5C7474"/>
                </a:solidFill>
                <a:latin typeface="Arial"/>
                <a:ea typeface="Arial"/>
                <a:cs typeface="Arial"/>
              </a:defRPr>
            </a:pPr>
            <a:r>
              <a:rPr sz="1650" b="0">
                <a:solidFill>
                  <a:srgbClr val="5C7474"/>
                </a:solidFill>
                <a:latin typeface="Arial"/>
                <a:ea typeface="Arial"/>
                <a:cs typeface="Arial"/>
              </a:rPr>
              <a:t>Model quality is untested. Production traversal needs the MCRDR inheritance fix.</a:t>
            </a:r>
          </a:p>
        </p:txBody>
      </p:sp>
    </p:spTree>
    <p:extLst>
      <p:ext uri="{BB962C8B-B14F-4D97-AF65-F5344CB8AC3E}">
        <p14:creationId xmlns:p14="http://schemas.microsoft.com/office/powerpoint/2010/main" val="2058624484"/>
      </p:ext>
    </p:extLst>
  </p:cSld>
</p:sld>
</file>

<file path=ppt/slides/slide2.xml><?xml version="1.0" encoding="utf-8"?>
<p:sld xmlns:p="http://schemas.openxmlformats.org/presentationml/2006/main">
  <p:cSld>
    <p:bg>
      <p:bgPr>
        <a:solidFill xmlns:a="http://schemas.openxmlformats.org/drawingml/2006/main">
          <a:srgbClr val="F7F9F7"/>
        </a:solidFill>
      </p:bgPr>
    </p:bg>
    <p:spTree>
      <p:nvGrpSpPr>
        <p:cNvPr id="1" name=""/>
        <p:cNvGrpSpPr/>
        <p:nvPr/>
      </p:nvGrpSpPr>
      <p:grpSpPr>
        <a:xfrm xmlns:a="http://schemas.openxmlformats.org/drawingml/2006/main"/>
      </p:grpSpPr>
      <p:sp>
        <p:nvSpPr>
          <p:cNvPr id="26" name="title-2">
            <a:extLst xmlns:a="http://schemas.openxmlformats.org/drawingml/2006/main">
              <a:ext uri="{FF2B5EF4-FFF2-40B4-BE49-F238E27FC236}">
                <a16:creationId xmlns:a16="http://schemas.microsoft.com/office/drawing/2014/main" id="{5AD2CE91-F210-4161-BD5B-A0AAF0A688A7}"/>
              </a:ext>
            </a:extLst>
          </p:cNvPr>
          <p:cNvSpPr>
            <a:spLocks xmlns:a="http://schemas.openxmlformats.org/drawingml/2006/main" noGrp="1"/>
          </p:cNvSpPr>
          <p:nvPr/>
        </p:nvSpPr>
        <p:spPr>
          <a:xfrm xmlns:a="http://schemas.openxmlformats.org/drawingml/2006/main">
            <a:off x="685800" y="457200"/>
            <a:ext cx="10744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750" b="1">
                <a:solidFill>
                  <a:srgbClr val="17393C"/>
                </a:solidFill>
                <a:latin typeface="Arial"/>
                <a:ea typeface="Arial"/>
                <a:cs typeface="Arial"/>
              </a:defRPr>
            </a:defPPr>
            <a:lvl1pPr algn="l">
              <a:defRPr sz="3750" b="1">
                <a:solidFill>
                  <a:srgbClr val="17393C"/>
                </a:solidFill>
                <a:latin typeface="Arial"/>
                <a:ea typeface="Arial"/>
                <a:cs typeface="Arial"/>
              </a:defRPr>
            </a:lvl1pPr>
            <a:lvl2pPr algn="l">
              <a:defRPr sz="3750" b="1">
                <a:solidFill>
                  <a:srgbClr val="17393C"/>
                </a:solidFill>
                <a:latin typeface="Arial"/>
                <a:ea typeface="Arial"/>
                <a:cs typeface="Arial"/>
              </a:defRPr>
            </a:lvl2pPr>
            <a:lvl3pPr algn="l">
              <a:defRPr sz="3750" b="1">
                <a:solidFill>
                  <a:srgbClr val="17393C"/>
                </a:solidFill>
                <a:latin typeface="Arial"/>
                <a:ea typeface="Arial"/>
                <a:cs typeface="Arial"/>
              </a:defRPr>
            </a:lvl3pPr>
            <a:lvl4pPr algn="l">
              <a:defRPr sz="3750" b="1">
                <a:solidFill>
                  <a:srgbClr val="17393C"/>
                </a:solidFill>
                <a:latin typeface="Arial"/>
                <a:ea typeface="Arial"/>
                <a:cs typeface="Arial"/>
              </a:defRPr>
            </a:lvl4pPr>
            <a:lvl5pPr algn="l">
              <a:defRPr sz="3750" b="1">
                <a:solidFill>
                  <a:srgbClr val="17393C"/>
                </a:solidFill>
                <a:latin typeface="Arial"/>
                <a:ea typeface="Arial"/>
                <a:cs typeface="Arial"/>
              </a:defRPr>
            </a:lvl5pPr>
            <a:lvl6pPr algn="l">
              <a:defRPr sz="3750" b="1">
                <a:solidFill>
                  <a:srgbClr val="17393C"/>
                </a:solidFill>
                <a:latin typeface="Arial"/>
                <a:ea typeface="Arial"/>
                <a:cs typeface="Arial"/>
              </a:defRPr>
            </a:lvl6pPr>
            <a:lvl7pPr algn="l">
              <a:defRPr sz="3750" b="1">
                <a:solidFill>
                  <a:srgbClr val="17393C"/>
                </a:solidFill>
                <a:latin typeface="Arial"/>
                <a:ea typeface="Arial"/>
                <a:cs typeface="Arial"/>
              </a:defRPr>
            </a:lvl7pPr>
            <a:lvl8pPr algn="l">
              <a:defRPr sz="3750" b="1">
                <a:solidFill>
                  <a:srgbClr val="17393C"/>
                </a:solidFill>
                <a:latin typeface="Arial"/>
                <a:ea typeface="Arial"/>
                <a:cs typeface="Arial"/>
              </a:defRPr>
            </a:lvl8pPr>
            <a:lvl9pPr algn="l">
              <a:defRPr sz="3750" b="1">
                <a:solidFill>
                  <a:srgbClr val="17393C"/>
                </a:solidFill>
                <a:latin typeface="Arial"/>
                <a:ea typeface="Arial"/>
                <a:cs typeface="Arial"/>
              </a:defRPr>
            </a:lvl9pPr>
          </a:lstStyle>
          <a:p xmlns:a="http://schemas.openxmlformats.org/drawingml/2006/main">
            <a:pPr algn="l">
              <a:lnSpc>
                <a:spcPct val="104000"/>
              </a:lnSpc>
              <a:buNone/>
              <a:defRPr sz="3750" b="1">
                <a:solidFill>
                  <a:srgbClr val="17393C"/>
                </a:solidFill>
                <a:latin typeface="Arial"/>
                <a:ea typeface="Arial"/>
                <a:cs typeface="Arial"/>
              </a:defRPr>
            </a:pPr>
            <a:r>
              <a:rPr sz="3750" b="1">
                <a:solidFill>
                  <a:srgbClr val="17393C"/>
                </a:solidFill>
                <a:latin typeface="Arial"/>
                <a:ea typeface="Arial"/>
                <a:cs typeface="Arial"/>
              </a:rPr>
              <a:t>Failure to a conditional node</a:t>
            </a:r>
          </a:p>
        </p:txBody>
      </p:sp>
      <p:sp>
        <p:nvSpPr>
          <p:cNvPr id="2" name="subtitle-2">
            <a:extLst xmlns:a="http://schemas.openxmlformats.org/drawingml/2006/main">
              <a:ext uri="{FF2B5EF4-FFF2-40B4-BE49-F238E27FC236}">
                <a16:creationId xmlns:a16="http://schemas.microsoft.com/office/drawing/2014/main" id="{FD91C5FC-A78B-4D46-94C9-243B8600547A}"/>
              </a:ext>
            </a:extLst>
          </p:cNvPr>
          <p:cNvSpPr>
            <a:spLocks xmlns:a="http://schemas.openxmlformats.org/drawingml/2006/main" noGrp="1"/>
          </p:cNvSpPr>
          <p:nvPr/>
        </p:nvSpPr>
        <p:spPr>
          <a:xfrm xmlns:a="http://schemas.openxmlformats.org/drawingml/2006/main">
            <a:off x="723900" y="110490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0">
                <a:solidFill>
                  <a:srgbClr val="34595D"/>
                </a:solidFill>
                <a:latin typeface="Arial"/>
                <a:ea typeface="Arial"/>
                <a:cs typeface="Arial"/>
              </a:defRPr>
            </a:defPPr>
            <a:lvl1pPr algn="l">
              <a:defRPr sz="1725" b="0">
                <a:solidFill>
                  <a:srgbClr val="34595D"/>
                </a:solidFill>
                <a:latin typeface="Arial"/>
                <a:ea typeface="Arial"/>
                <a:cs typeface="Arial"/>
              </a:defRPr>
            </a:lvl1pPr>
            <a:lvl2pPr algn="l">
              <a:defRPr sz="1725" b="0">
                <a:solidFill>
                  <a:srgbClr val="34595D"/>
                </a:solidFill>
                <a:latin typeface="Arial"/>
                <a:ea typeface="Arial"/>
                <a:cs typeface="Arial"/>
              </a:defRPr>
            </a:lvl2pPr>
            <a:lvl3pPr algn="l">
              <a:defRPr sz="1725" b="0">
                <a:solidFill>
                  <a:srgbClr val="34595D"/>
                </a:solidFill>
                <a:latin typeface="Arial"/>
                <a:ea typeface="Arial"/>
                <a:cs typeface="Arial"/>
              </a:defRPr>
            </a:lvl3pPr>
            <a:lvl4pPr algn="l">
              <a:defRPr sz="1725" b="0">
                <a:solidFill>
                  <a:srgbClr val="34595D"/>
                </a:solidFill>
                <a:latin typeface="Arial"/>
                <a:ea typeface="Arial"/>
                <a:cs typeface="Arial"/>
              </a:defRPr>
            </a:lvl4pPr>
            <a:lvl5pPr algn="l">
              <a:defRPr sz="1725" b="0">
                <a:solidFill>
                  <a:srgbClr val="34595D"/>
                </a:solidFill>
                <a:latin typeface="Arial"/>
                <a:ea typeface="Arial"/>
                <a:cs typeface="Arial"/>
              </a:defRPr>
            </a:lvl5pPr>
            <a:lvl6pPr algn="l">
              <a:defRPr sz="1725" b="0">
                <a:solidFill>
                  <a:srgbClr val="34595D"/>
                </a:solidFill>
                <a:latin typeface="Arial"/>
                <a:ea typeface="Arial"/>
                <a:cs typeface="Arial"/>
              </a:defRPr>
            </a:lvl6pPr>
            <a:lvl7pPr algn="l">
              <a:defRPr sz="1725" b="0">
                <a:solidFill>
                  <a:srgbClr val="34595D"/>
                </a:solidFill>
                <a:latin typeface="Arial"/>
                <a:ea typeface="Arial"/>
                <a:cs typeface="Arial"/>
              </a:defRPr>
            </a:lvl7pPr>
            <a:lvl8pPr algn="l">
              <a:defRPr sz="1725" b="0">
                <a:solidFill>
                  <a:srgbClr val="34595D"/>
                </a:solidFill>
                <a:latin typeface="Arial"/>
                <a:ea typeface="Arial"/>
                <a:cs typeface="Arial"/>
              </a:defRPr>
            </a:lvl8pPr>
            <a:lvl9pPr algn="l">
              <a:defRPr sz="1725" b="0">
                <a:solidFill>
                  <a:srgbClr val="34595D"/>
                </a:solidFill>
                <a:latin typeface="Arial"/>
                <a:ea typeface="Arial"/>
                <a:cs typeface="Arial"/>
              </a:defRPr>
            </a:lvl9pPr>
          </a:lstStyle>
          <a:p xmlns:a="http://schemas.openxmlformats.org/drawingml/2006/main">
            <a:pPr algn="l">
              <a:lnSpc>
                <a:spcPct val="104000"/>
              </a:lnSpc>
              <a:buNone/>
              <a:defRPr sz="1725" b="0">
                <a:solidFill>
                  <a:srgbClr val="34595D"/>
                </a:solidFill>
                <a:latin typeface="Arial"/>
                <a:ea typeface="Arial"/>
                <a:cs typeface="Arial"/>
              </a:defRPr>
            </a:pPr>
            <a:r>
              <a:rPr sz="1725" b="0">
                <a:solidFill>
                  <a:srgbClr val="34595D"/>
                </a:solidFill>
                <a:latin typeface="Arial"/>
                <a:ea typeface="Arial"/>
                <a:cs typeface="Arial"/>
              </a:rPr>
              <a:t>The patch creator proposes the correction; code selects its place in the tree.</a:t>
            </a:r>
          </a:p>
        </p:txBody>
      </p:sp>
      <p:sp>
        <p:nvSpPr>
          <p:cNvPr id="3" name="">
            <a:extLst xmlns:a="http://schemas.openxmlformats.org/drawingml/2006/main">
              <a:ext uri="{FF2B5EF4-FFF2-40B4-BE49-F238E27FC236}">
                <a16:creationId xmlns:a16="http://schemas.microsoft.com/office/drawing/2014/main" id="{AD83B96D-54A7-4456-BC95-5EBED6D9FF9F}"/>
              </a:ext>
            </a:extLst>
          </p:cNvPr>
          <p:cNvSpPr>
            <a:spLocks xmlns:a="http://schemas.openxmlformats.org/drawingml/2006/main" noGrp="1"/>
          </p:cNvSpPr>
          <p:nvPr/>
        </p:nvSpPr>
        <p:spPr>
          <a:xfrm xmlns:a="http://schemas.openxmlformats.org/drawingml/2006/main">
            <a:off x="723900" y="6429375"/>
            <a:ext cx="10744200" cy="0"/>
          </a:xfrm>
          <a:prstGeom xmlns:a="http://schemas.openxmlformats.org/drawingml/2006/main" prst="line">
            <a:avLst/>
          </a:prstGeom>
          <a:noFill xmlns:a="http://schemas.openxmlformats.org/drawingml/2006/main"/>
          <a:ln xmlns:a="http://schemas.openxmlformats.org/drawingml/2006/main" w="9525">
            <a:solidFill>
              <a:srgbClr val="CAD8D4"/>
            </a:solidFill>
            <a:prstDash val="solid"/>
          </a:ln>
        </p:spPr>
      </p:sp>
      <p:sp>
        <p:nvSpPr>
          <p:cNvPr id="4" name="page-2">
            <a:extLst xmlns:a="http://schemas.openxmlformats.org/drawingml/2006/main">
              <a:ext uri="{FF2B5EF4-FFF2-40B4-BE49-F238E27FC236}">
                <a16:creationId xmlns:a16="http://schemas.microsoft.com/office/drawing/2014/main" id="{08743457-27FB-4945-9A50-42AA0BD700F5}"/>
              </a:ext>
            </a:extLst>
          </p:cNvPr>
          <p:cNvSpPr>
            <a:spLocks xmlns:a="http://schemas.openxmlformats.org/drawingml/2006/main" noGrp="1"/>
          </p:cNvSpPr>
          <p:nvPr/>
        </p:nvSpPr>
        <p:spPr>
          <a:xfrm xmlns:a="http://schemas.openxmlformats.org/drawingml/2006/main">
            <a:off x="10629900" y="6505575"/>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125" b="0">
                <a:solidFill>
                  <a:srgbClr val="5C7474"/>
                </a:solidFill>
                <a:latin typeface="Arial"/>
                <a:ea typeface="Arial"/>
                <a:cs typeface="Arial"/>
              </a:defRPr>
            </a:defPPr>
            <a:lvl1pPr algn="r">
              <a:defRPr sz="1125" b="0">
                <a:solidFill>
                  <a:srgbClr val="5C7474"/>
                </a:solidFill>
                <a:latin typeface="Arial"/>
                <a:ea typeface="Arial"/>
                <a:cs typeface="Arial"/>
              </a:defRPr>
            </a:lvl1pPr>
            <a:lvl2pPr algn="r">
              <a:defRPr sz="1125" b="0">
                <a:solidFill>
                  <a:srgbClr val="5C7474"/>
                </a:solidFill>
                <a:latin typeface="Arial"/>
                <a:ea typeface="Arial"/>
                <a:cs typeface="Arial"/>
              </a:defRPr>
            </a:lvl2pPr>
            <a:lvl3pPr algn="r">
              <a:defRPr sz="1125" b="0">
                <a:solidFill>
                  <a:srgbClr val="5C7474"/>
                </a:solidFill>
                <a:latin typeface="Arial"/>
                <a:ea typeface="Arial"/>
                <a:cs typeface="Arial"/>
              </a:defRPr>
            </a:lvl3pPr>
            <a:lvl4pPr algn="r">
              <a:defRPr sz="1125" b="0">
                <a:solidFill>
                  <a:srgbClr val="5C7474"/>
                </a:solidFill>
                <a:latin typeface="Arial"/>
                <a:ea typeface="Arial"/>
                <a:cs typeface="Arial"/>
              </a:defRPr>
            </a:lvl4pPr>
            <a:lvl5pPr algn="r">
              <a:defRPr sz="1125" b="0">
                <a:solidFill>
                  <a:srgbClr val="5C7474"/>
                </a:solidFill>
                <a:latin typeface="Arial"/>
                <a:ea typeface="Arial"/>
                <a:cs typeface="Arial"/>
              </a:defRPr>
            </a:lvl5pPr>
            <a:lvl6pPr algn="r">
              <a:defRPr sz="1125" b="0">
                <a:solidFill>
                  <a:srgbClr val="5C7474"/>
                </a:solidFill>
                <a:latin typeface="Arial"/>
                <a:ea typeface="Arial"/>
                <a:cs typeface="Arial"/>
              </a:defRPr>
            </a:lvl6pPr>
            <a:lvl7pPr algn="r">
              <a:defRPr sz="1125" b="0">
                <a:solidFill>
                  <a:srgbClr val="5C7474"/>
                </a:solidFill>
                <a:latin typeface="Arial"/>
                <a:ea typeface="Arial"/>
                <a:cs typeface="Arial"/>
              </a:defRPr>
            </a:lvl7pPr>
            <a:lvl8pPr algn="r">
              <a:defRPr sz="1125" b="0">
                <a:solidFill>
                  <a:srgbClr val="5C7474"/>
                </a:solidFill>
                <a:latin typeface="Arial"/>
                <a:ea typeface="Arial"/>
                <a:cs typeface="Arial"/>
              </a:defRPr>
            </a:lvl8pPr>
            <a:lvl9pPr algn="r">
              <a:defRPr sz="1125" b="0">
                <a:solidFill>
                  <a:srgbClr val="5C7474"/>
                </a:solidFill>
                <a:latin typeface="Arial"/>
                <a:ea typeface="Arial"/>
                <a:cs typeface="Arial"/>
              </a:defRPr>
            </a:lvl9pPr>
          </a:lstStyle>
          <a:p xmlns:a="http://schemas.openxmlformats.org/drawingml/2006/main">
            <a:pPr algn="r">
              <a:lnSpc>
                <a:spcPct val="104000"/>
              </a:lnSpc>
              <a:buNone/>
              <a:defRPr sz="1125" b="0">
                <a:solidFill>
                  <a:srgbClr val="5C7474"/>
                </a:solidFill>
                <a:latin typeface="Arial"/>
                <a:ea typeface="Arial"/>
                <a:cs typeface="Arial"/>
              </a:defRPr>
            </a:pPr>
            <a:r>
              <a:rPr sz="1125" b="0">
                <a:solidFill>
                  <a:srgbClr val="5C7474"/>
                </a:solidFill>
                <a:latin typeface="Arial"/>
                <a:ea typeface="Arial"/>
                <a:cs typeface="Arial"/>
              </a:rPr>
              <a:t>02 / 04</a:t>
            </a:r>
          </a:p>
        </p:txBody>
      </p:sp>
      <p:sp>
        <p:nvSpPr>
          <p:cNvPr id="5" name="creator-heading">
            <a:extLst xmlns:a="http://schemas.openxmlformats.org/drawingml/2006/main">
              <a:ext uri="{FF2B5EF4-FFF2-40B4-BE49-F238E27FC236}">
                <a16:creationId xmlns:a16="http://schemas.microsoft.com/office/drawing/2014/main" id="{D8452D3B-28FD-4624-AE83-99B1DC078678}"/>
              </a:ext>
            </a:extLst>
          </p:cNvPr>
          <p:cNvSpPr>
            <a:spLocks xmlns:a="http://schemas.openxmlformats.org/drawingml/2006/main" noGrp="1"/>
          </p:cNvSpPr>
          <p:nvPr/>
        </p:nvSpPr>
        <p:spPr>
          <a:xfrm xmlns:a="http://schemas.openxmlformats.org/drawingml/2006/main">
            <a:off x="704850" y="1828800"/>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1">
                <a:solidFill>
                  <a:srgbClr val="146A66"/>
                </a:solidFill>
                <a:latin typeface="Arial"/>
                <a:ea typeface="Arial"/>
                <a:cs typeface="Arial"/>
              </a:defRPr>
            </a:defPPr>
            <a:lvl1pPr algn="l">
              <a:defRPr sz="2025" b="1">
                <a:solidFill>
                  <a:srgbClr val="146A66"/>
                </a:solidFill>
                <a:latin typeface="Arial"/>
                <a:ea typeface="Arial"/>
                <a:cs typeface="Arial"/>
              </a:defRPr>
            </a:lvl1pPr>
            <a:lvl2pPr algn="l">
              <a:defRPr sz="2025" b="1">
                <a:solidFill>
                  <a:srgbClr val="146A66"/>
                </a:solidFill>
                <a:latin typeface="Arial"/>
                <a:ea typeface="Arial"/>
                <a:cs typeface="Arial"/>
              </a:defRPr>
            </a:lvl2pPr>
            <a:lvl3pPr algn="l">
              <a:defRPr sz="2025" b="1">
                <a:solidFill>
                  <a:srgbClr val="146A66"/>
                </a:solidFill>
                <a:latin typeface="Arial"/>
                <a:ea typeface="Arial"/>
                <a:cs typeface="Arial"/>
              </a:defRPr>
            </a:lvl3pPr>
            <a:lvl4pPr algn="l">
              <a:defRPr sz="2025" b="1">
                <a:solidFill>
                  <a:srgbClr val="146A66"/>
                </a:solidFill>
                <a:latin typeface="Arial"/>
                <a:ea typeface="Arial"/>
                <a:cs typeface="Arial"/>
              </a:defRPr>
            </a:lvl4pPr>
            <a:lvl5pPr algn="l">
              <a:defRPr sz="2025" b="1">
                <a:solidFill>
                  <a:srgbClr val="146A66"/>
                </a:solidFill>
                <a:latin typeface="Arial"/>
                <a:ea typeface="Arial"/>
                <a:cs typeface="Arial"/>
              </a:defRPr>
            </a:lvl5pPr>
            <a:lvl6pPr algn="l">
              <a:defRPr sz="2025" b="1">
                <a:solidFill>
                  <a:srgbClr val="146A66"/>
                </a:solidFill>
                <a:latin typeface="Arial"/>
                <a:ea typeface="Arial"/>
                <a:cs typeface="Arial"/>
              </a:defRPr>
            </a:lvl6pPr>
            <a:lvl7pPr algn="l">
              <a:defRPr sz="2025" b="1">
                <a:solidFill>
                  <a:srgbClr val="146A66"/>
                </a:solidFill>
                <a:latin typeface="Arial"/>
                <a:ea typeface="Arial"/>
                <a:cs typeface="Arial"/>
              </a:defRPr>
            </a:lvl7pPr>
            <a:lvl8pPr algn="l">
              <a:defRPr sz="2025" b="1">
                <a:solidFill>
                  <a:srgbClr val="146A66"/>
                </a:solidFill>
                <a:latin typeface="Arial"/>
                <a:ea typeface="Arial"/>
                <a:cs typeface="Arial"/>
              </a:defRPr>
            </a:lvl8pPr>
            <a:lvl9pPr algn="l">
              <a:defRPr sz="2025" b="1">
                <a:solidFill>
                  <a:srgbClr val="146A66"/>
                </a:solidFill>
                <a:latin typeface="Arial"/>
                <a:ea typeface="Arial"/>
                <a:cs typeface="Arial"/>
              </a:defRPr>
            </a:lvl9pPr>
          </a:lstStyle>
          <a:p xmlns:a="http://schemas.openxmlformats.org/drawingml/2006/main">
            <a:pPr algn="l">
              <a:lnSpc>
                <a:spcPct val="104000"/>
              </a:lnSpc>
              <a:buNone/>
              <a:defRPr sz="2025" b="1">
                <a:solidFill>
                  <a:srgbClr val="146A66"/>
                </a:solidFill>
                <a:latin typeface="Arial"/>
                <a:ea typeface="Arial"/>
                <a:cs typeface="Arial"/>
              </a:defRPr>
            </a:pPr>
            <a:r>
              <a:rPr sz="2025" b="1">
                <a:solidFill>
                  <a:srgbClr val="146A66"/>
                </a:solidFill>
                <a:latin typeface="Arial"/>
                <a:ea typeface="Arial"/>
                <a:cs typeface="Arial"/>
              </a:rPr>
              <a:t>PATCH CREATOR</a:t>
            </a:r>
          </a:p>
        </p:txBody>
      </p:sp>
      <p:sp>
        <p:nvSpPr>
          <p:cNvPr id="6" name="creator-input-label">
            <a:extLst xmlns:a="http://schemas.openxmlformats.org/drawingml/2006/main">
              <a:ext uri="{FF2B5EF4-FFF2-40B4-BE49-F238E27FC236}">
                <a16:creationId xmlns:a16="http://schemas.microsoft.com/office/drawing/2014/main" id="{E394C9A5-3B6E-4EBC-976B-65F902A1F2F5}"/>
              </a:ext>
            </a:extLst>
          </p:cNvPr>
          <p:cNvSpPr>
            <a:spLocks xmlns:a="http://schemas.openxmlformats.org/drawingml/2006/main" noGrp="1"/>
          </p:cNvSpPr>
          <p:nvPr/>
        </p:nvSpPr>
        <p:spPr>
          <a:xfrm xmlns:a="http://schemas.openxmlformats.org/drawingml/2006/main">
            <a:off x="723900" y="23241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b="1">
                <a:solidFill>
                  <a:srgbClr val="5C7474"/>
                </a:solidFill>
                <a:latin typeface="Arial"/>
                <a:ea typeface="Arial"/>
                <a:cs typeface="Arial"/>
              </a:defRPr>
            </a:defPPr>
            <a:lvl1pPr algn="l">
              <a:defRPr sz="1425" b="1">
                <a:solidFill>
                  <a:srgbClr val="5C7474"/>
                </a:solidFill>
                <a:latin typeface="Arial"/>
                <a:ea typeface="Arial"/>
                <a:cs typeface="Arial"/>
              </a:defRPr>
            </a:lvl1pPr>
            <a:lvl2pPr algn="l">
              <a:defRPr sz="1425" b="1">
                <a:solidFill>
                  <a:srgbClr val="5C7474"/>
                </a:solidFill>
                <a:latin typeface="Arial"/>
                <a:ea typeface="Arial"/>
                <a:cs typeface="Arial"/>
              </a:defRPr>
            </a:lvl2pPr>
            <a:lvl3pPr algn="l">
              <a:defRPr sz="1425" b="1">
                <a:solidFill>
                  <a:srgbClr val="5C7474"/>
                </a:solidFill>
                <a:latin typeface="Arial"/>
                <a:ea typeface="Arial"/>
                <a:cs typeface="Arial"/>
              </a:defRPr>
            </a:lvl3pPr>
            <a:lvl4pPr algn="l">
              <a:defRPr sz="1425" b="1">
                <a:solidFill>
                  <a:srgbClr val="5C7474"/>
                </a:solidFill>
                <a:latin typeface="Arial"/>
                <a:ea typeface="Arial"/>
                <a:cs typeface="Arial"/>
              </a:defRPr>
            </a:lvl4pPr>
            <a:lvl5pPr algn="l">
              <a:defRPr sz="1425" b="1">
                <a:solidFill>
                  <a:srgbClr val="5C7474"/>
                </a:solidFill>
                <a:latin typeface="Arial"/>
                <a:ea typeface="Arial"/>
                <a:cs typeface="Arial"/>
              </a:defRPr>
            </a:lvl5pPr>
            <a:lvl6pPr algn="l">
              <a:defRPr sz="1425" b="1">
                <a:solidFill>
                  <a:srgbClr val="5C7474"/>
                </a:solidFill>
                <a:latin typeface="Arial"/>
                <a:ea typeface="Arial"/>
                <a:cs typeface="Arial"/>
              </a:defRPr>
            </a:lvl6pPr>
            <a:lvl7pPr algn="l">
              <a:defRPr sz="1425" b="1">
                <a:solidFill>
                  <a:srgbClr val="5C7474"/>
                </a:solidFill>
                <a:latin typeface="Arial"/>
                <a:ea typeface="Arial"/>
                <a:cs typeface="Arial"/>
              </a:defRPr>
            </a:lvl7pPr>
            <a:lvl8pPr algn="l">
              <a:defRPr sz="1425" b="1">
                <a:solidFill>
                  <a:srgbClr val="5C7474"/>
                </a:solidFill>
                <a:latin typeface="Arial"/>
                <a:ea typeface="Arial"/>
                <a:cs typeface="Arial"/>
              </a:defRPr>
            </a:lvl8pPr>
            <a:lvl9pPr algn="l">
              <a:defRPr sz="1425" b="1">
                <a:solidFill>
                  <a:srgbClr val="5C7474"/>
                </a:solidFill>
                <a:latin typeface="Arial"/>
                <a:ea typeface="Arial"/>
                <a:cs typeface="Arial"/>
              </a:defRPr>
            </a:lvl9pPr>
          </a:lstStyle>
          <a:p xmlns:a="http://schemas.openxmlformats.org/drawingml/2006/main">
            <a:pPr algn="l">
              <a:lnSpc>
                <a:spcPct val="104000"/>
              </a:lnSpc>
              <a:buNone/>
              <a:defRPr sz="1425" b="1">
                <a:solidFill>
                  <a:srgbClr val="5C7474"/>
                </a:solidFill>
                <a:latin typeface="Arial"/>
                <a:ea typeface="Arial"/>
                <a:cs typeface="Arial"/>
              </a:defRPr>
            </a:pPr>
            <a:r>
              <a:rPr sz="1425" b="1">
                <a:solidFill>
                  <a:srgbClr val="5C7474"/>
                </a:solidFill>
                <a:latin typeface="Arial"/>
                <a:ea typeface="Arial"/>
                <a:cs typeface="Arial"/>
              </a:rPr>
              <a:t>Receives</a:t>
            </a:r>
          </a:p>
        </p:txBody>
      </p:sp>
      <p:sp>
        <p:nvSpPr>
          <p:cNvPr id="7" name="creator-input">
            <a:extLst xmlns:a="http://schemas.openxmlformats.org/drawingml/2006/main">
              <a:ext uri="{FF2B5EF4-FFF2-40B4-BE49-F238E27FC236}">
                <a16:creationId xmlns:a16="http://schemas.microsoft.com/office/drawing/2014/main" id="{39DC7A08-4C87-4862-B0F0-24DB2EECD507}"/>
              </a:ext>
            </a:extLst>
          </p:cNvPr>
          <p:cNvSpPr>
            <a:spLocks xmlns:a="http://schemas.openxmlformats.org/drawingml/2006/main" noGrp="1"/>
          </p:cNvSpPr>
          <p:nvPr/>
        </p:nvSpPr>
        <p:spPr>
          <a:xfrm xmlns:a="http://schemas.openxmlformats.org/drawingml/2006/main">
            <a:off x="723900" y="2628900"/>
            <a:ext cx="4953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0">
                <a:solidFill>
                  <a:srgbClr val="17393C"/>
                </a:solidFill>
                <a:latin typeface="Arial"/>
                <a:ea typeface="Arial"/>
                <a:cs typeface="Arial"/>
              </a:defRPr>
            </a:defPPr>
            <a:lvl1pPr algn="l">
              <a:defRPr sz="1725" b="0">
                <a:solidFill>
                  <a:srgbClr val="17393C"/>
                </a:solidFill>
                <a:latin typeface="Arial"/>
                <a:ea typeface="Arial"/>
                <a:cs typeface="Arial"/>
              </a:defRPr>
            </a:lvl1pPr>
            <a:lvl2pPr algn="l">
              <a:defRPr sz="1725" b="0">
                <a:solidFill>
                  <a:srgbClr val="17393C"/>
                </a:solidFill>
                <a:latin typeface="Arial"/>
                <a:ea typeface="Arial"/>
                <a:cs typeface="Arial"/>
              </a:defRPr>
            </a:lvl2pPr>
            <a:lvl3pPr algn="l">
              <a:defRPr sz="1725" b="0">
                <a:solidFill>
                  <a:srgbClr val="17393C"/>
                </a:solidFill>
                <a:latin typeface="Arial"/>
                <a:ea typeface="Arial"/>
                <a:cs typeface="Arial"/>
              </a:defRPr>
            </a:lvl3pPr>
            <a:lvl4pPr algn="l">
              <a:defRPr sz="1725" b="0">
                <a:solidFill>
                  <a:srgbClr val="17393C"/>
                </a:solidFill>
                <a:latin typeface="Arial"/>
                <a:ea typeface="Arial"/>
                <a:cs typeface="Arial"/>
              </a:defRPr>
            </a:lvl4pPr>
            <a:lvl5pPr algn="l">
              <a:defRPr sz="1725" b="0">
                <a:solidFill>
                  <a:srgbClr val="17393C"/>
                </a:solidFill>
                <a:latin typeface="Arial"/>
                <a:ea typeface="Arial"/>
                <a:cs typeface="Arial"/>
              </a:defRPr>
            </a:lvl5pPr>
            <a:lvl6pPr algn="l">
              <a:defRPr sz="1725" b="0">
                <a:solidFill>
                  <a:srgbClr val="17393C"/>
                </a:solidFill>
                <a:latin typeface="Arial"/>
                <a:ea typeface="Arial"/>
                <a:cs typeface="Arial"/>
              </a:defRPr>
            </a:lvl6pPr>
            <a:lvl7pPr algn="l">
              <a:defRPr sz="1725" b="0">
                <a:solidFill>
                  <a:srgbClr val="17393C"/>
                </a:solidFill>
                <a:latin typeface="Arial"/>
                <a:ea typeface="Arial"/>
                <a:cs typeface="Arial"/>
              </a:defRPr>
            </a:lvl7pPr>
            <a:lvl8pPr algn="l">
              <a:defRPr sz="1725" b="0">
                <a:solidFill>
                  <a:srgbClr val="17393C"/>
                </a:solidFill>
                <a:latin typeface="Arial"/>
                <a:ea typeface="Arial"/>
                <a:cs typeface="Arial"/>
              </a:defRPr>
            </a:lvl8pPr>
            <a:lvl9pPr algn="l">
              <a:defRPr sz="1725" b="0">
                <a:solidFill>
                  <a:srgbClr val="17393C"/>
                </a:solidFill>
                <a:latin typeface="Arial"/>
                <a:ea typeface="Arial"/>
                <a:cs typeface="Arial"/>
              </a:defRPr>
            </a:lvl9pPr>
          </a:lstStyle>
          <a:p xmlns:a="http://schemas.openxmlformats.org/drawingml/2006/main">
            <a:pPr algn="l">
              <a:lnSpc>
                <a:spcPct val="112000"/>
              </a:lnSpc>
              <a:buNone/>
              <a:defRPr sz="1725" b="0">
                <a:solidFill>
                  <a:srgbClr val="17393C"/>
                </a:solidFill>
                <a:latin typeface="Arial"/>
                <a:ea typeface="Arial"/>
                <a:cs typeface="Arial"/>
              </a:defRPr>
            </a:pPr>
            <a:r>
              <a:rPr sz="1725" b="0">
                <a:solidFill>
                  <a:srgbClr val="17393C"/>
                </a:solidFill>
                <a:latin typeface="Arial"/>
                <a:ea typeface="Arial"/>
                <a:cs typeface="Arial"/>
              </a:rPr>
              <a:t>Condition registry</a:t>
            </a:r>
          </a:p>
          <a:p xmlns:a="http://schemas.openxmlformats.org/drawingml/2006/main">
            <a:pPr algn="l">
              <a:lnSpc>
                <a:spcPct val="112000"/>
              </a:lnSpc>
              <a:buNone/>
              <a:defRPr sz="1725" b="0">
                <a:solidFill>
                  <a:srgbClr val="17393C"/>
                </a:solidFill>
                <a:latin typeface="Arial"/>
                <a:ea typeface="Arial"/>
                <a:cs typeface="Arial"/>
              </a:defRPr>
            </a:pPr>
            <a:r>
              <a:rPr sz="1725" b="0">
                <a:solidFill>
                  <a:srgbClr val="17393C"/>
                </a:solidFill>
                <a:latin typeface="Arial"/>
                <a:ea typeface="Arial"/>
                <a:cs typeface="Arial"/>
              </a:rPr>
              <a:t>Failed task context and frozen skill</a:t>
            </a:r>
          </a:p>
          <a:p xmlns:a="http://schemas.openxmlformats.org/drawingml/2006/main">
            <a:pPr algn="l">
              <a:lnSpc>
                <a:spcPct val="112000"/>
              </a:lnSpc>
              <a:buNone/>
              <a:defRPr sz="1725" b="0">
                <a:solidFill>
                  <a:srgbClr val="17393C"/>
                </a:solidFill>
                <a:latin typeface="Arial"/>
                <a:ea typeface="Arial"/>
                <a:cs typeface="Arial"/>
              </a:defRPr>
            </a:pPr>
            <a:r>
              <a:rPr sz="1725" b="0">
                <a:solidFill>
                  <a:srgbClr val="17393C"/>
                </a:solidFill>
                <a:latin typeface="Arial"/>
                <a:ea typeface="Arial"/>
                <a:cs typeface="Arial"/>
              </a:rPr>
              <a:t>Verified analysis and source evidence</a:t>
            </a:r>
          </a:p>
        </p:txBody>
      </p:sp>
      <p:sp>
        <p:nvSpPr>
          <p:cNvPr id="8" name="creator-output-label">
            <a:extLst xmlns:a="http://schemas.openxmlformats.org/drawingml/2006/main">
              <a:ext uri="{FF2B5EF4-FFF2-40B4-BE49-F238E27FC236}">
                <a16:creationId xmlns:a16="http://schemas.microsoft.com/office/drawing/2014/main" id="{993B495C-1420-4644-AB15-FE30A2D72C8A}"/>
              </a:ext>
            </a:extLst>
          </p:cNvPr>
          <p:cNvSpPr>
            <a:spLocks xmlns:a="http://schemas.openxmlformats.org/drawingml/2006/main" noGrp="1"/>
          </p:cNvSpPr>
          <p:nvPr/>
        </p:nvSpPr>
        <p:spPr>
          <a:xfrm xmlns:a="http://schemas.openxmlformats.org/drawingml/2006/main">
            <a:off x="723900" y="3857625"/>
            <a:ext cx="3810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b="1">
                <a:solidFill>
                  <a:srgbClr val="5C7474"/>
                </a:solidFill>
                <a:latin typeface="Arial"/>
                <a:ea typeface="Arial"/>
                <a:cs typeface="Arial"/>
              </a:defRPr>
            </a:defPPr>
            <a:lvl1pPr algn="l">
              <a:defRPr sz="1425" b="1">
                <a:solidFill>
                  <a:srgbClr val="5C7474"/>
                </a:solidFill>
                <a:latin typeface="Arial"/>
                <a:ea typeface="Arial"/>
                <a:cs typeface="Arial"/>
              </a:defRPr>
            </a:lvl1pPr>
            <a:lvl2pPr algn="l">
              <a:defRPr sz="1425" b="1">
                <a:solidFill>
                  <a:srgbClr val="5C7474"/>
                </a:solidFill>
                <a:latin typeface="Arial"/>
                <a:ea typeface="Arial"/>
                <a:cs typeface="Arial"/>
              </a:defRPr>
            </a:lvl2pPr>
            <a:lvl3pPr algn="l">
              <a:defRPr sz="1425" b="1">
                <a:solidFill>
                  <a:srgbClr val="5C7474"/>
                </a:solidFill>
                <a:latin typeface="Arial"/>
                <a:ea typeface="Arial"/>
                <a:cs typeface="Arial"/>
              </a:defRPr>
            </a:lvl3pPr>
            <a:lvl4pPr algn="l">
              <a:defRPr sz="1425" b="1">
                <a:solidFill>
                  <a:srgbClr val="5C7474"/>
                </a:solidFill>
                <a:latin typeface="Arial"/>
                <a:ea typeface="Arial"/>
                <a:cs typeface="Arial"/>
              </a:defRPr>
            </a:lvl4pPr>
            <a:lvl5pPr algn="l">
              <a:defRPr sz="1425" b="1">
                <a:solidFill>
                  <a:srgbClr val="5C7474"/>
                </a:solidFill>
                <a:latin typeface="Arial"/>
                <a:ea typeface="Arial"/>
                <a:cs typeface="Arial"/>
              </a:defRPr>
            </a:lvl5pPr>
            <a:lvl6pPr algn="l">
              <a:defRPr sz="1425" b="1">
                <a:solidFill>
                  <a:srgbClr val="5C7474"/>
                </a:solidFill>
                <a:latin typeface="Arial"/>
                <a:ea typeface="Arial"/>
                <a:cs typeface="Arial"/>
              </a:defRPr>
            </a:lvl6pPr>
            <a:lvl7pPr algn="l">
              <a:defRPr sz="1425" b="1">
                <a:solidFill>
                  <a:srgbClr val="5C7474"/>
                </a:solidFill>
                <a:latin typeface="Arial"/>
                <a:ea typeface="Arial"/>
                <a:cs typeface="Arial"/>
              </a:defRPr>
            </a:lvl7pPr>
            <a:lvl8pPr algn="l">
              <a:defRPr sz="1425" b="1">
                <a:solidFill>
                  <a:srgbClr val="5C7474"/>
                </a:solidFill>
                <a:latin typeface="Arial"/>
                <a:ea typeface="Arial"/>
                <a:cs typeface="Arial"/>
              </a:defRPr>
            </a:lvl8pPr>
            <a:lvl9pPr algn="l">
              <a:defRPr sz="1425" b="1">
                <a:solidFill>
                  <a:srgbClr val="5C7474"/>
                </a:solidFill>
                <a:latin typeface="Arial"/>
                <a:ea typeface="Arial"/>
                <a:cs typeface="Arial"/>
              </a:defRPr>
            </a:lvl9pPr>
          </a:lstStyle>
          <a:p xmlns:a="http://schemas.openxmlformats.org/drawingml/2006/main">
            <a:pPr algn="l">
              <a:lnSpc>
                <a:spcPct val="104000"/>
              </a:lnSpc>
              <a:buNone/>
              <a:defRPr sz="1425" b="1">
                <a:solidFill>
                  <a:srgbClr val="5C7474"/>
                </a:solidFill>
                <a:latin typeface="Arial"/>
                <a:ea typeface="Arial"/>
                <a:cs typeface="Arial"/>
              </a:defRPr>
            </a:pPr>
            <a:r>
              <a:rPr sz="1425" b="1">
                <a:solidFill>
                  <a:srgbClr val="5C7474"/>
                </a:solidFill>
                <a:latin typeface="Arial"/>
                <a:ea typeface="Arial"/>
                <a:cs typeface="Arial"/>
              </a:rPr>
              <a:t>Returns in one response</a:t>
            </a:r>
          </a:p>
        </p:txBody>
      </p:sp>
      <p:sp>
        <p:nvSpPr>
          <p:cNvPr id="9" name="creator-output">
            <a:extLst xmlns:a="http://schemas.openxmlformats.org/drawingml/2006/main">
              <a:ext uri="{FF2B5EF4-FFF2-40B4-BE49-F238E27FC236}">
                <a16:creationId xmlns:a16="http://schemas.microsoft.com/office/drawing/2014/main" id="{E8AE720C-8467-47A4-A3C9-DA83485AB9F9}"/>
              </a:ext>
            </a:extLst>
          </p:cNvPr>
          <p:cNvSpPr>
            <a:spLocks xmlns:a="http://schemas.openxmlformats.org/drawingml/2006/main" noGrp="1"/>
          </p:cNvSpPr>
          <p:nvPr/>
        </p:nvSpPr>
        <p:spPr>
          <a:xfrm xmlns:a="http://schemas.openxmlformats.org/drawingml/2006/main">
            <a:off x="723900" y="4191000"/>
            <a:ext cx="495300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0">
                <a:solidFill>
                  <a:srgbClr val="17393C"/>
                </a:solidFill>
                <a:latin typeface="Arial"/>
                <a:ea typeface="Arial"/>
                <a:cs typeface="Arial"/>
              </a:defRPr>
            </a:defPPr>
            <a:lvl1pPr algn="l">
              <a:defRPr sz="1725" b="0">
                <a:solidFill>
                  <a:srgbClr val="17393C"/>
                </a:solidFill>
                <a:latin typeface="Arial"/>
                <a:ea typeface="Arial"/>
                <a:cs typeface="Arial"/>
              </a:defRPr>
            </a:lvl1pPr>
            <a:lvl2pPr algn="l">
              <a:defRPr sz="1725" b="0">
                <a:solidFill>
                  <a:srgbClr val="17393C"/>
                </a:solidFill>
                <a:latin typeface="Arial"/>
                <a:ea typeface="Arial"/>
                <a:cs typeface="Arial"/>
              </a:defRPr>
            </a:lvl2pPr>
            <a:lvl3pPr algn="l">
              <a:defRPr sz="1725" b="0">
                <a:solidFill>
                  <a:srgbClr val="17393C"/>
                </a:solidFill>
                <a:latin typeface="Arial"/>
                <a:ea typeface="Arial"/>
                <a:cs typeface="Arial"/>
              </a:defRPr>
            </a:lvl3pPr>
            <a:lvl4pPr algn="l">
              <a:defRPr sz="1725" b="0">
                <a:solidFill>
                  <a:srgbClr val="17393C"/>
                </a:solidFill>
                <a:latin typeface="Arial"/>
                <a:ea typeface="Arial"/>
                <a:cs typeface="Arial"/>
              </a:defRPr>
            </a:lvl4pPr>
            <a:lvl5pPr algn="l">
              <a:defRPr sz="1725" b="0">
                <a:solidFill>
                  <a:srgbClr val="17393C"/>
                </a:solidFill>
                <a:latin typeface="Arial"/>
                <a:ea typeface="Arial"/>
                <a:cs typeface="Arial"/>
              </a:defRPr>
            </a:lvl5pPr>
            <a:lvl6pPr algn="l">
              <a:defRPr sz="1725" b="0">
                <a:solidFill>
                  <a:srgbClr val="17393C"/>
                </a:solidFill>
                <a:latin typeface="Arial"/>
                <a:ea typeface="Arial"/>
                <a:cs typeface="Arial"/>
              </a:defRPr>
            </a:lvl6pPr>
            <a:lvl7pPr algn="l">
              <a:defRPr sz="1725" b="0">
                <a:solidFill>
                  <a:srgbClr val="17393C"/>
                </a:solidFill>
                <a:latin typeface="Arial"/>
                <a:ea typeface="Arial"/>
                <a:cs typeface="Arial"/>
              </a:defRPr>
            </a:lvl7pPr>
            <a:lvl8pPr algn="l">
              <a:defRPr sz="1725" b="0">
                <a:solidFill>
                  <a:srgbClr val="17393C"/>
                </a:solidFill>
                <a:latin typeface="Arial"/>
                <a:ea typeface="Arial"/>
                <a:cs typeface="Arial"/>
              </a:defRPr>
            </a:lvl8pPr>
            <a:lvl9pPr algn="l">
              <a:defRPr sz="1725" b="0">
                <a:solidFill>
                  <a:srgbClr val="17393C"/>
                </a:solidFill>
                <a:latin typeface="Arial"/>
                <a:ea typeface="Arial"/>
                <a:cs typeface="Arial"/>
              </a:defRPr>
            </a:lvl9pPr>
          </a:lstStyle>
          <a:p xmlns:a="http://schemas.openxmlformats.org/drawingml/2006/main">
            <a:pPr algn="l">
              <a:lnSpc>
                <a:spcPct val="108000"/>
              </a:lnSpc>
              <a:buNone/>
              <a:defRPr sz="1725" b="0">
                <a:solidFill>
                  <a:srgbClr val="17393C"/>
                </a:solidFill>
                <a:latin typeface="Arial"/>
                <a:ea typeface="Arial"/>
                <a:cs typeface="Arial"/>
              </a:defRPr>
            </a:pPr>
            <a:r>
              <a:rPr sz="1725" b="0">
                <a:solidFill>
                  <a:srgbClr val="17393C"/>
                </a:solidFill>
                <a:latin typeface="Arial"/>
                <a:ea typeface="Arial"/>
                <a:cs typeface="Arial"/>
              </a:rPr>
              <a:t>Scope: the existing procedure</a:t>
            </a:r>
          </a:p>
          <a:p xmlns:a="http://schemas.openxmlformats.org/drawingml/2006/main">
            <a:pPr algn="l">
              <a:lnSpc>
                <a:spcPct val="108000"/>
              </a:lnSpc>
              <a:buNone/>
              <a:defRPr sz="1725" b="0">
                <a:solidFill>
                  <a:srgbClr val="17393C"/>
                </a:solidFill>
                <a:latin typeface="Arial"/>
                <a:ea typeface="Arial"/>
                <a:cs typeface="Arial"/>
              </a:defRPr>
            </a:pPr>
            <a:r>
              <a:rPr sz="1725" b="0">
                <a:solidFill>
                  <a:srgbClr val="17393C"/>
                </a:solidFill>
                <a:latin typeface="Arial"/>
                <a:ea typeface="Arial"/>
                <a:cs typeface="Arial"/>
              </a:rPr>
              <a:t>When: the distinguishing case</a:t>
            </a:r>
          </a:p>
          <a:p xmlns:a="http://schemas.openxmlformats.org/drawingml/2006/main">
            <a:pPr algn="l">
              <a:lnSpc>
                <a:spcPct val="108000"/>
              </a:lnSpc>
              <a:buNone/>
              <a:defRPr sz="1725" b="0">
                <a:solidFill>
                  <a:srgbClr val="17393C"/>
                </a:solidFill>
                <a:latin typeface="Arial"/>
                <a:ea typeface="Arial"/>
                <a:cs typeface="Arial"/>
              </a:defRPr>
            </a:pPr>
            <a:r>
              <a:rPr sz="1725" b="0">
                <a:solidFill>
                  <a:srgbClr val="17393C"/>
                </a:solidFill>
                <a:latin typeface="Arial"/>
                <a:ea typeface="Arial"/>
                <a:cs typeface="Arial"/>
              </a:rPr>
              <a:t>Judgments: all conditions on this case</a:t>
            </a:r>
          </a:p>
          <a:p xmlns:a="http://schemas.openxmlformats.org/drawingml/2006/main">
            <a:pPr algn="l">
              <a:lnSpc>
                <a:spcPct val="108000"/>
              </a:lnSpc>
              <a:buNone/>
              <a:defRPr sz="1725" b="0">
                <a:solidFill>
                  <a:srgbClr val="17393C"/>
                </a:solidFill>
                <a:latin typeface="Arial"/>
                <a:ea typeface="Arial"/>
                <a:cs typeface="Arial"/>
              </a:defRPr>
            </a:pPr>
            <a:r>
              <a:rPr sz="1725" b="0">
                <a:solidFill>
                  <a:srgbClr val="17393C"/>
                </a:solidFill>
                <a:latin typeface="Arial"/>
                <a:ea typeface="Arial"/>
                <a:cs typeface="Arial"/>
              </a:rPr>
              <a:t>Edit: add, replace, or remove a whole block</a:t>
            </a:r>
          </a:p>
        </p:txBody>
      </p:sp>
      <p:sp>
        <p:nvSpPr>
          <p:cNvPr id="10" name="creator-boundary">
            <a:extLst xmlns:a="http://schemas.openxmlformats.org/drawingml/2006/main">
              <a:ext uri="{FF2B5EF4-FFF2-40B4-BE49-F238E27FC236}">
                <a16:creationId xmlns:a16="http://schemas.microsoft.com/office/drawing/2014/main" id="{78F43FF2-ED43-43AC-B7E2-912A9D23EC04}"/>
              </a:ext>
            </a:extLst>
          </p:cNvPr>
          <p:cNvSpPr>
            <a:spLocks xmlns:a="http://schemas.openxmlformats.org/drawingml/2006/main" noGrp="1"/>
          </p:cNvSpPr>
          <p:nvPr/>
        </p:nvSpPr>
        <p:spPr>
          <a:xfrm xmlns:a="http://schemas.openxmlformats.org/drawingml/2006/main">
            <a:off x="723900" y="582930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00" b="1">
                <a:solidFill>
                  <a:srgbClr val="146A66"/>
                </a:solidFill>
                <a:latin typeface="Arial"/>
                <a:ea typeface="Arial"/>
                <a:cs typeface="Arial"/>
              </a:defRPr>
            </a:defPPr>
            <a:lvl1pPr algn="l">
              <a:defRPr sz="1500" b="1">
                <a:solidFill>
                  <a:srgbClr val="146A66"/>
                </a:solidFill>
                <a:latin typeface="Arial"/>
                <a:ea typeface="Arial"/>
                <a:cs typeface="Arial"/>
              </a:defRPr>
            </a:lvl1pPr>
            <a:lvl2pPr algn="l">
              <a:defRPr sz="1500" b="1">
                <a:solidFill>
                  <a:srgbClr val="146A66"/>
                </a:solidFill>
                <a:latin typeface="Arial"/>
                <a:ea typeface="Arial"/>
                <a:cs typeface="Arial"/>
              </a:defRPr>
            </a:lvl2pPr>
            <a:lvl3pPr algn="l">
              <a:defRPr sz="1500" b="1">
                <a:solidFill>
                  <a:srgbClr val="146A66"/>
                </a:solidFill>
                <a:latin typeface="Arial"/>
                <a:ea typeface="Arial"/>
                <a:cs typeface="Arial"/>
              </a:defRPr>
            </a:lvl3pPr>
            <a:lvl4pPr algn="l">
              <a:defRPr sz="1500" b="1">
                <a:solidFill>
                  <a:srgbClr val="146A66"/>
                </a:solidFill>
                <a:latin typeface="Arial"/>
                <a:ea typeface="Arial"/>
                <a:cs typeface="Arial"/>
              </a:defRPr>
            </a:lvl4pPr>
            <a:lvl5pPr algn="l">
              <a:defRPr sz="1500" b="1">
                <a:solidFill>
                  <a:srgbClr val="146A66"/>
                </a:solidFill>
                <a:latin typeface="Arial"/>
                <a:ea typeface="Arial"/>
                <a:cs typeface="Arial"/>
              </a:defRPr>
            </a:lvl5pPr>
            <a:lvl6pPr algn="l">
              <a:defRPr sz="1500" b="1">
                <a:solidFill>
                  <a:srgbClr val="146A66"/>
                </a:solidFill>
                <a:latin typeface="Arial"/>
                <a:ea typeface="Arial"/>
                <a:cs typeface="Arial"/>
              </a:defRPr>
            </a:lvl6pPr>
            <a:lvl7pPr algn="l">
              <a:defRPr sz="1500" b="1">
                <a:solidFill>
                  <a:srgbClr val="146A66"/>
                </a:solidFill>
                <a:latin typeface="Arial"/>
                <a:ea typeface="Arial"/>
                <a:cs typeface="Arial"/>
              </a:defRPr>
            </a:lvl7pPr>
            <a:lvl8pPr algn="l">
              <a:defRPr sz="1500" b="1">
                <a:solidFill>
                  <a:srgbClr val="146A66"/>
                </a:solidFill>
                <a:latin typeface="Arial"/>
                <a:ea typeface="Arial"/>
                <a:cs typeface="Arial"/>
              </a:defRPr>
            </a:lvl8pPr>
            <a:lvl9pPr algn="l">
              <a:defRPr sz="1500" b="1">
                <a:solidFill>
                  <a:srgbClr val="146A66"/>
                </a:solidFill>
                <a:latin typeface="Arial"/>
                <a:ea typeface="Arial"/>
                <a:cs typeface="Arial"/>
              </a:defRPr>
            </a:lvl9pPr>
          </a:lstStyle>
          <a:p xmlns:a="http://schemas.openxmlformats.org/drawingml/2006/main">
            <a:pPr algn="l">
              <a:lnSpc>
                <a:spcPct val="104000"/>
              </a:lnSpc>
              <a:buNone/>
              <a:defRPr sz="1500" b="1">
                <a:solidFill>
                  <a:srgbClr val="146A66"/>
                </a:solidFill>
                <a:latin typeface="Arial"/>
                <a:ea typeface="Arial"/>
                <a:cs typeface="Arial"/>
              </a:defRPr>
            </a:pPr>
            <a:r>
              <a:rPr sz="1500" b="1">
                <a:solidFill>
                  <a:srgbClr val="146A66"/>
                </a:solidFill>
                <a:latin typeface="Arial"/>
                <a:ea typeface="Arial"/>
                <a:cs typeface="Arial"/>
              </a:rPr>
              <a:t>No tree or node IDs enter the prompt.</a:t>
            </a:r>
          </a:p>
        </p:txBody>
      </p:sp>
      <p:sp>
        <p:nvSpPr>
          <p:cNvPr id="11" name="">
            <a:extLst xmlns:a="http://schemas.openxmlformats.org/drawingml/2006/main">
              <a:ext uri="{FF2B5EF4-FFF2-40B4-BE49-F238E27FC236}">
                <a16:creationId xmlns:a16="http://schemas.microsoft.com/office/drawing/2014/main" id="{A56FE064-8BBB-4B2D-90B1-BE5623856427}"/>
              </a:ext>
            </a:extLst>
          </p:cNvPr>
          <p:cNvSpPr>
            <a:spLocks xmlns:a="http://schemas.openxmlformats.org/drawingml/2006/main" noGrp="1"/>
          </p:cNvSpPr>
          <p:nvPr/>
        </p:nvSpPr>
        <p:spPr>
          <a:xfrm xmlns:a="http://schemas.openxmlformats.org/drawingml/2006/main">
            <a:off x="6076950" y="1885950"/>
            <a:ext cx="0" cy="4152900"/>
          </a:xfrm>
          <a:prstGeom xmlns:a="http://schemas.openxmlformats.org/drawingml/2006/main" prst="line">
            <a:avLst/>
          </a:prstGeom>
          <a:noFill xmlns:a="http://schemas.openxmlformats.org/drawingml/2006/main"/>
          <a:ln xmlns:a="http://schemas.openxmlformats.org/drawingml/2006/main" w="14288">
            <a:solidFill>
              <a:srgbClr val="CAD8D4"/>
            </a:solidFill>
            <a:prstDash val="solid"/>
          </a:ln>
        </p:spPr>
      </p:sp>
      <p:sp>
        <p:nvSpPr>
          <p:cNvPr id="12" name="placement-heading">
            <a:extLst xmlns:a="http://schemas.openxmlformats.org/drawingml/2006/main">
              <a:ext uri="{FF2B5EF4-FFF2-40B4-BE49-F238E27FC236}">
                <a16:creationId xmlns:a16="http://schemas.microsoft.com/office/drawing/2014/main" id="{FB31DA57-9D5D-48D0-9743-52B6671EC1F3}"/>
              </a:ext>
            </a:extLst>
          </p:cNvPr>
          <p:cNvSpPr>
            <a:spLocks xmlns:a="http://schemas.openxmlformats.org/drawingml/2006/main" noGrp="1"/>
          </p:cNvSpPr>
          <p:nvPr/>
        </p:nvSpPr>
        <p:spPr>
          <a:xfrm xmlns:a="http://schemas.openxmlformats.org/drawingml/2006/main">
            <a:off x="6553200" y="1828800"/>
            <a:ext cx="4857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1">
                <a:solidFill>
                  <a:srgbClr val="B9802A"/>
                </a:solidFill>
                <a:latin typeface="Arial"/>
                <a:ea typeface="Arial"/>
                <a:cs typeface="Arial"/>
              </a:defRPr>
            </a:defPPr>
            <a:lvl1pPr algn="l">
              <a:defRPr sz="2025" b="1">
                <a:solidFill>
                  <a:srgbClr val="B9802A"/>
                </a:solidFill>
                <a:latin typeface="Arial"/>
                <a:ea typeface="Arial"/>
                <a:cs typeface="Arial"/>
              </a:defRPr>
            </a:lvl1pPr>
            <a:lvl2pPr algn="l">
              <a:defRPr sz="2025" b="1">
                <a:solidFill>
                  <a:srgbClr val="B9802A"/>
                </a:solidFill>
                <a:latin typeface="Arial"/>
                <a:ea typeface="Arial"/>
                <a:cs typeface="Arial"/>
              </a:defRPr>
            </a:lvl2pPr>
            <a:lvl3pPr algn="l">
              <a:defRPr sz="2025" b="1">
                <a:solidFill>
                  <a:srgbClr val="B9802A"/>
                </a:solidFill>
                <a:latin typeface="Arial"/>
                <a:ea typeface="Arial"/>
                <a:cs typeface="Arial"/>
              </a:defRPr>
            </a:lvl3pPr>
            <a:lvl4pPr algn="l">
              <a:defRPr sz="2025" b="1">
                <a:solidFill>
                  <a:srgbClr val="B9802A"/>
                </a:solidFill>
                <a:latin typeface="Arial"/>
                <a:ea typeface="Arial"/>
                <a:cs typeface="Arial"/>
              </a:defRPr>
            </a:lvl4pPr>
            <a:lvl5pPr algn="l">
              <a:defRPr sz="2025" b="1">
                <a:solidFill>
                  <a:srgbClr val="B9802A"/>
                </a:solidFill>
                <a:latin typeface="Arial"/>
                <a:ea typeface="Arial"/>
                <a:cs typeface="Arial"/>
              </a:defRPr>
            </a:lvl5pPr>
            <a:lvl6pPr algn="l">
              <a:defRPr sz="2025" b="1">
                <a:solidFill>
                  <a:srgbClr val="B9802A"/>
                </a:solidFill>
                <a:latin typeface="Arial"/>
                <a:ea typeface="Arial"/>
                <a:cs typeface="Arial"/>
              </a:defRPr>
            </a:lvl6pPr>
            <a:lvl7pPr algn="l">
              <a:defRPr sz="2025" b="1">
                <a:solidFill>
                  <a:srgbClr val="B9802A"/>
                </a:solidFill>
                <a:latin typeface="Arial"/>
                <a:ea typeface="Arial"/>
                <a:cs typeface="Arial"/>
              </a:defRPr>
            </a:lvl7pPr>
            <a:lvl8pPr algn="l">
              <a:defRPr sz="2025" b="1">
                <a:solidFill>
                  <a:srgbClr val="B9802A"/>
                </a:solidFill>
                <a:latin typeface="Arial"/>
                <a:ea typeface="Arial"/>
                <a:cs typeface="Arial"/>
              </a:defRPr>
            </a:lvl8pPr>
            <a:lvl9pPr algn="l">
              <a:defRPr sz="2025" b="1">
                <a:solidFill>
                  <a:srgbClr val="B9802A"/>
                </a:solidFill>
                <a:latin typeface="Arial"/>
                <a:ea typeface="Arial"/>
                <a:cs typeface="Arial"/>
              </a:defRPr>
            </a:lvl9pPr>
          </a:lstStyle>
          <a:p xmlns:a="http://schemas.openxmlformats.org/drawingml/2006/main">
            <a:pPr algn="l">
              <a:lnSpc>
                <a:spcPct val="104000"/>
              </a:lnSpc>
              <a:buNone/>
              <a:defRPr sz="2025" b="1">
                <a:solidFill>
                  <a:srgbClr val="B9802A"/>
                </a:solidFill>
                <a:latin typeface="Arial"/>
                <a:ea typeface="Arial"/>
                <a:cs typeface="Arial"/>
              </a:defRPr>
            </a:pPr>
            <a:r>
              <a:rPr sz="2025" b="1">
                <a:solidFill>
                  <a:srgbClr val="B9802A"/>
                </a:solidFill>
                <a:latin typeface="Arial"/>
                <a:ea typeface="Arial"/>
                <a:cs typeface="Arial"/>
              </a:rPr>
              <a:t>INSERTION CODE</a:t>
            </a:r>
          </a:p>
        </p:txBody>
      </p:sp>
      <p:sp>
        <p:nvSpPr>
          <p:cNvPr id="13" name="insert-01-number">
            <a:extLst xmlns:a="http://schemas.openxmlformats.org/drawingml/2006/main">
              <a:ext uri="{FF2B5EF4-FFF2-40B4-BE49-F238E27FC236}">
                <a16:creationId xmlns:a16="http://schemas.microsoft.com/office/drawing/2014/main" id="{F30147C6-7BCD-480A-898C-53288B0CE18F}"/>
              </a:ext>
            </a:extLst>
          </p:cNvPr>
          <p:cNvSpPr>
            <a:spLocks xmlns:a="http://schemas.openxmlformats.org/drawingml/2006/main" noGrp="1"/>
          </p:cNvSpPr>
          <p:nvPr/>
        </p:nvSpPr>
        <p:spPr>
          <a:xfrm xmlns:a="http://schemas.openxmlformats.org/drawingml/2006/main">
            <a:off x="6572250" y="2343150"/>
            <a:ext cx="419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350" b="1">
                <a:solidFill>
                  <a:srgbClr val="B9802A"/>
                </a:solidFill>
                <a:latin typeface="Arial"/>
                <a:ea typeface="Arial"/>
                <a:cs typeface="Arial"/>
              </a:defRPr>
            </a:defPPr>
            <a:lvl1pPr algn="l">
              <a:defRPr sz="1350" b="1">
                <a:solidFill>
                  <a:srgbClr val="B9802A"/>
                </a:solidFill>
                <a:latin typeface="Arial"/>
                <a:ea typeface="Arial"/>
                <a:cs typeface="Arial"/>
              </a:defRPr>
            </a:lvl1pPr>
            <a:lvl2pPr algn="l">
              <a:defRPr sz="1350" b="1">
                <a:solidFill>
                  <a:srgbClr val="B9802A"/>
                </a:solidFill>
                <a:latin typeface="Arial"/>
                <a:ea typeface="Arial"/>
                <a:cs typeface="Arial"/>
              </a:defRPr>
            </a:lvl2pPr>
            <a:lvl3pPr algn="l">
              <a:defRPr sz="1350" b="1">
                <a:solidFill>
                  <a:srgbClr val="B9802A"/>
                </a:solidFill>
                <a:latin typeface="Arial"/>
                <a:ea typeface="Arial"/>
                <a:cs typeface="Arial"/>
              </a:defRPr>
            </a:lvl3pPr>
            <a:lvl4pPr algn="l">
              <a:defRPr sz="1350" b="1">
                <a:solidFill>
                  <a:srgbClr val="B9802A"/>
                </a:solidFill>
                <a:latin typeface="Arial"/>
                <a:ea typeface="Arial"/>
                <a:cs typeface="Arial"/>
              </a:defRPr>
            </a:lvl4pPr>
            <a:lvl5pPr algn="l">
              <a:defRPr sz="1350" b="1">
                <a:solidFill>
                  <a:srgbClr val="B9802A"/>
                </a:solidFill>
                <a:latin typeface="Arial"/>
                <a:ea typeface="Arial"/>
                <a:cs typeface="Arial"/>
              </a:defRPr>
            </a:lvl5pPr>
            <a:lvl6pPr algn="l">
              <a:defRPr sz="1350" b="1">
                <a:solidFill>
                  <a:srgbClr val="B9802A"/>
                </a:solidFill>
                <a:latin typeface="Arial"/>
                <a:ea typeface="Arial"/>
                <a:cs typeface="Arial"/>
              </a:defRPr>
            </a:lvl6pPr>
            <a:lvl7pPr algn="l">
              <a:defRPr sz="1350" b="1">
                <a:solidFill>
                  <a:srgbClr val="B9802A"/>
                </a:solidFill>
                <a:latin typeface="Arial"/>
                <a:ea typeface="Arial"/>
                <a:cs typeface="Arial"/>
              </a:defRPr>
            </a:lvl7pPr>
            <a:lvl8pPr algn="l">
              <a:defRPr sz="1350" b="1">
                <a:solidFill>
                  <a:srgbClr val="B9802A"/>
                </a:solidFill>
                <a:latin typeface="Arial"/>
                <a:ea typeface="Arial"/>
                <a:cs typeface="Arial"/>
              </a:defRPr>
            </a:lvl8pPr>
            <a:lvl9pPr algn="l">
              <a:defRPr sz="1350" b="1">
                <a:solidFill>
                  <a:srgbClr val="B9802A"/>
                </a:solidFill>
                <a:latin typeface="Arial"/>
                <a:ea typeface="Arial"/>
                <a:cs typeface="Arial"/>
              </a:defRPr>
            </a:lvl9pPr>
          </a:lstStyle>
          <a:p xmlns:a="http://schemas.openxmlformats.org/drawingml/2006/main">
            <a:pPr algn="l">
              <a:lnSpc>
                <a:spcPct val="104000"/>
              </a:lnSpc>
              <a:buNone/>
              <a:defRPr sz="1350" b="1">
                <a:solidFill>
                  <a:srgbClr val="B9802A"/>
                </a:solidFill>
                <a:latin typeface="Arial"/>
                <a:ea typeface="Arial"/>
                <a:cs typeface="Arial"/>
              </a:defRPr>
            </a:pPr>
            <a:r>
              <a:rPr sz="1350" b="1">
                <a:solidFill>
                  <a:srgbClr val="B9802A"/>
                </a:solidFill>
                <a:latin typeface="Arial"/>
                <a:ea typeface="Arial"/>
                <a:cs typeface="Arial"/>
              </a:rPr>
              <a:t>01</a:t>
            </a:r>
          </a:p>
        </p:txBody>
      </p:sp>
      <p:sp>
        <p:nvSpPr>
          <p:cNvPr id="14" name="insert-01-title">
            <a:extLst xmlns:a="http://schemas.openxmlformats.org/drawingml/2006/main">
              <a:ext uri="{FF2B5EF4-FFF2-40B4-BE49-F238E27FC236}">
                <a16:creationId xmlns:a16="http://schemas.microsoft.com/office/drawing/2014/main" id="{3A9B0BEA-A479-46DE-B751-4372278F69B0}"/>
              </a:ext>
            </a:extLst>
          </p:cNvPr>
          <p:cNvSpPr>
            <a:spLocks xmlns:a="http://schemas.openxmlformats.org/drawingml/2006/main" noGrp="1"/>
          </p:cNvSpPr>
          <p:nvPr/>
        </p:nvSpPr>
        <p:spPr>
          <a:xfrm xmlns:a="http://schemas.openxmlformats.org/drawingml/2006/main">
            <a:off x="7067550" y="2324100"/>
            <a:ext cx="419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17393C"/>
                </a:solidFill>
                <a:latin typeface="Arial"/>
                <a:ea typeface="Arial"/>
                <a:cs typeface="Arial"/>
              </a:defRPr>
            </a:defPPr>
            <a:lvl1pPr algn="l">
              <a:defRPr sz="1650" b="1">
                <a:solidFill>
                  <a:srgbClr val="17393C"/>
                </a:solidFill>
                <a:latin typeface="Arial"/>
                <a:ea typeface="Arial"/>
                <a:cs typeface="Arial"/>
              </a:defRPr>
            </a:lvl1pPr>
            <a:lvl2pPr algn="l">
              <a:defRPr sz="1650" b="1">
                <a:solidFill>
                  <a:srgbClr val="17393C"/>
                </a:solidFill>
                <a:latin typeface="Arial"/>
                <a:ea typeface="Arial"/>
                <a:cs typeface="Arial"/>
              </a:defRPr>
            </a:lvl2pPr>
            <a:lvl3pPr algn="l">
              <a:defRPr sz="1650" b="1">
                <a:solidFill>
                  <a:srgbClr val="17393C"/>
                </a:solidFill>
                <a:latin typeface="Arial"/>
                <a:ea typeface="Arial"/>
                <a:cs typeface="Arial"/>
              </a:defRPr>
            </a:lvl3pPr>
            <a:lvl4pPr algn="l">
              <a:defRPr sz="1650" b="1">
                <a:solidFill>
                  <a:srgbClr val="17393C"/>
                </a:solidFill>
                <a:latin typeface="Arial"/>
                <a:ea typeface="Arial"/>
                <a:cs typeface="Arial"/>
              </a:defRPr>
            </a:lvl4pPr>
            <a:lvl5pPr algn="l">
              <a:defRPr sz="1650" b="1">
                <a:solidFill>
                  <a:srgbClr val="17393C"/>
                </a:solidFill>
                <a:latin typeface="Arial"/>
                <a:ea typeface="Arial"/>
                <a:cs typeface="Arial"/>
              </a:defRPr>
            </a:lvl5pPr>
            <a:lvl6pPr algn="l">
              <a:defRPr sz="1650" b="1">
                <a:solidFill>
                  <a:srgbClr val="17393C"/>
                </a:solidFill>
                <a:latin typeface="Arial"/>
                <a:ea typeface="Arial"/>
                <a:cs typeface="Arial"/>
              </a:defRPr>
            </a:lvl6pPr>
            <a:lvl7pPr algn="l">
              <a:defRPr sz="1650" b="1">
                <a:solidFill>
                  <a:srgbClr val="17393C"/>
                </a:solidFill>
                <a:latin typeface="Arial"/>
                <a:ea typeface="Arial"/>
                <a:cs typeface="Arial"/>
              </a:defRPr>
            </a:lvl7pPr>
            <a:lvl8pPr algn="l">
              <a:defRPr sz="1650" b="1">
                <a:solidFill>
                  <a:srgbClr val="17393C"/>
                </a:solidFill>
                <a:latin typeface="Arial"/>
                <a:ea typeface="Arial"/>
                <a:cs typeface="Arial"/>
              </a:defRPr>
            </a:lvl8pPr>
            <a:lvl9pPr algn="l">
              <a:defRPr sz="1650" b="1">
                <a:solidFill>
                  <a:srgbClr val="17393C"/>
                </a:solidFill>
                <a:latin typeface="Arial"/>
                <a:ea typeface="Arial"/>
                <a:cs typeface="Arial"/>
              </a:defRPr>
            </a:lvl9pPr>
          </a:lstStyle>
          <a:p xmlns:a="http://schemas.openxmlformats.org/drawingml/2006/main">
            <a:pPr algn="l">
              <a:lnSpc>
                <a:spcPct val="104000"/>
              </a:lnSpc>
              <a:buNone/>
              <a:defRPr sz="1650" b="1">
                <a:solidFill>
                  <a:srgbClr val="17393C"/>
                </a:solidFill>
                <a:latin typeface="Arial"/>
                <a:ea typeface="Arial"/>
                <a:cs typeface="Arial"/>
              </a:defRPr>
            </a:pPr>
            <a:r>
              <a:rPr sz="1650" b="1">
                <a:solidFill>
                  <a:srgbClr val="17393C"/>
                </a:solidFill>
                <a:latin typeface="Arial"/>
                <a:ea typeface="Arial"/>
                <a:cs typeface="Arial"/>
              </a:rPr>
              <a:t>Check evidence</a:t>
            </a:r>
          </a:p>
        </p:txBody>
      </p:sp>
      <p:sp>
        <p:nvSpPr>
          <p:cNvPr id="15" name="insert-01-detail">
            <a:extLst xmlns:a="http://schemas.openxmlformats.org/drawingml/2006/main">
              <a:ext uri="{FF2B5EF4-FFF2-40B4-BE49-F238E27FC236}">
                <a16:creationId xmlns:a16="http://schemas.microsoft.com/office/drawing/2014/main" id="{39EF8E26-4F23-4883-9EB6-CA2B016A27A9}"/>
              </a:ext>
            </a:extLst>
          </p:cNvPr>
          <p:cNvSpPr>
            <a:spLocks xmlns:a="http://schemas.openxmlformats.org/drawingml/2006/main" noGrp="1"/>
          </p:cNvSpPr>
          <p:nvPr/>
        </p:nvSpPr>
        <p:spPr>
          <a:xfrm xmlns:a="http://schemas.openxmlformats.org/drawingml/2006/main">
            <a:off x="7067550" y="2647950"/>
            <a:ext cx="4286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0">
                <a:solidFill>
                  <a:srgbClr val="34595D"/>
                </a:solidFill>
                <a:latin typeface="Arial"/>
                <a:ea typeface="Arial"/>
                <a:cs typeface="Arial"/>
              </a:defRPr>
            </a:defPPr>
            <a:lvl1pPr algn="l">
              <a:defRPr sz="1650" b="0">
                <a:solidFill>
                  <a:srgbClr val="34595D"/>
                </a:solidFill>
                <a:latin typeface="Arial"/>
                <a:ea typeface="Arial"/>
                <a:cs typeface="Arial"/>
              </a:defRPr>
            </a:lvl1pPr>
            <a:lvl2pPr algn="l">
              <a:defRPr sz="1650" b="0">
                <a:solidFill>
                  <a:srgbClr val="34595D"/>
                </a:solidFill>
                <a:latin typeface="Arial"/>
                <a:ea typeface="Arial"/>
                <a:cs typeface="Arial"/>
              </a:defRPr>
            </a:lvl2pPr>
            <a:lvl3pPr algn="l">
              <a:defRPr sz="1650" b="0">
                <a:solidFill>
                  <a:srgbClr val="34595D"/>
                </a:solidFill>
                <a:latin typeface="Arial"/>
                <a:ea typeface="Arial"/>
                <a:cs typeface="Arial"/>
              </a:defRPr>
            </a:lvl3pPr>
            <a:lvl4pPr algn="l">
              <a:defRPr sz="1650" b="0">
                <a:solidFill>
                  <a:srgbClr val="34595D"/>
                </a:solidFill>
                <a:latin typeface="Arial"/>
                <a:ea typeface="Arial"/>
                <a:cs typeface="Arial"/>
              </a:defRPr>
            </a:lvl4pPr>
            <a:lvl5pPr algn="l">
              <a:defRPr sz="1650" b="0">
                <a:solidFill>
                  <a:srgbClr val="34595D"/>
                </a:solidFill>
                <a:latin typeface="Arial"/>
                <a:ea typeface="Arial"/>
                <a:cs typeface="Arial"/>
              </a:defRPr>
            </a:lvl5pPr>
            <a:lvl6pPr algn="l">
              <a:defRPr sz="1650" b="0">
                <a:solidFill>
                  <a:srgbClr val="34595D"/>
                </a:solidFill>
                <a:latin typeface="Arial"/>
                <a:ea typeface="Arial"/>
                <a:cs typeface="Arial"/>
              </a:defRPr>
            </a:lvl6pPr>
            <a:lvl7pPr algn="l">
              <a:defRPr sz="1650" b="0">
                <a:solidFill>
                  <a:srgbClr val="34595D"/>
                </a:solidFill>
                <a:latin typeface="Arial"/>
                <a:ea typeface="Arial"/>
                <a:cs typeface="Arial"/>
              </a:defRPr>
            </a:lvl7pPr>
            <a:lvl8pPr algn="l">
              <a:defRPr sz="1650" b="0">
                <a:solidFill>
                  <a:srgbClr val="34595D"/>
                </a:solidFill>
                <a:latin typeface="Arial"/>
                <a:ea typeface="Arial"/>
                <a:cs typeface="Arial"/>
              </a:defRPr>
            </a:lvl8pPr>
            <a:lvl9pPr algn="l">
              <a:defRPr sz="1650" b="0">
                <a:solidFill>
                  <a:srgbClr val="34595D"/>
                </a:solidFill>
                <a:latin typeface="Arial"/>
                <a:ea typeface="Arial"/>
                <a:cs typeface="Arial"/>
              </a:defRPr>
            </a:lvl9pPr>
          </a:lstStyle>
          <a:p xmlns:a="http://schemas.openxmlformats.org/drawingml/2006/main">
            <a:pPr algn="l">
              <a:lnSpc>
                <a:spcPct val="104000"/>
              </a:lnSpc>
              <a:buNone/>
              <a:defRPr sz="1650" b="0">
                <a:solidFill>
                  <a:srgbClr val="34595D"/>
                </a:solidFill>
                <a:latin typeface="Arial"/>
                <a:ea typeface="Arial"/>
                <a:cs typeface="Arial"/>
              </a:defRPr>
            </a:pPr>
            <a:r>
              <a:rPr sz="1650" b="0">
                <a:solidFill>
                  <a:srgbClr val="34595D"/>
                </a:solidFill>
                <a:latin typeface="Arial"/>
                <a:ea typeface="Arial"/>
                <a:cs typeface="Arial"/>
              </a:rPr>
              <a:t>Require failed comparison and verified repair analysis.</a:t>
            </a:r>
          </a:p>
        </p:txBody>
      </p:sp>
      <p:sp>
        <p:nvSpPr>
          <p:cNvPr id="16" name="insert-02-number">
            <a:extLst xmlns:a="http://schemas.openxmlformats.org/drawingml/2006/main">
              <a:ext uri="{FF2B5EF4-FFF2-40B4-BE49-F238E27FC236}">
                <a16:creationId xmlns:a16="http://schemas.microsoft.com/office/drawing/2014/main" id="{D71E27D8-B217-4E35-8038-512A15EDF07D}"/>
              </a:ext>
            </a:extLst>
          </p:cNvPr>
          <p:cNvSpPr>
            <a:spLocks xmlns:a="http://schemas.openxmlformats.org/drawingml/2006/main" noGrp="1"/>
          </p:cNvSpPr>
          <p:nvPr/>
        </p:nvSpPr>
        <p:spPr>
          <a:xfrm xmlns:a="http://schemas.openxmlformats.org/drawingml/2006/main">
            <a:off x="6572250" y="3257550"/>
            <a:ext cx="419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350" b="1">
                <a:solidFill>
                  <a:srgbClr val="B9802A"/>
                </a:solidFill>
                <a:latin typeface="Arial"/>
                <a:ea typeface="Arial"/>
                <a:cs typeface="Arial"/>
              </a:defRPr>
            </a:defPPr>
            <a:lvl1pPr algn="l">
              <a:defRPr sz="1350" b="1">
                <a:solidFill>
                  <a:srgbClr val="B9802A"/>
                </a:solidFill>
                <a:latin typeface="Arial"/>
                <a:ea typeface="Arial"/>
                <a:cs typeface="Arial"/>
              </a:defRPr>
            </a:lvl1pPr>
            <a:lvl2pPr algn="l">
              <a:defRPr sz="1350" b="1">
                <a:solidFill>
                  <a:srgbClr val="B9802A"/>
                </a:solidFill>
                <a:latin typeface="Arial"/>
                <a:ea typeface="Arial"/>
                <a:cs typeface="Arial"/>
              </a:defRPr>
            </a:lvl2pPr>
            <a:lvl3pPr algn="l">
              <a:defRPr sz="1350" b="1">
                <a:solidFill>
                  <a:srgbClr val="B9802A"/>
                </a:solidFill>
                <a:latin typeface="Arial"/>
                <a:ea typeface="Arial"/>
                <a:cs typeface="Arial"/>
              </a:defRPr>
            </a:lvl3pPr>
            <a:lvl4pPr algn="l">
              <a:defRPr sz="1350" b="1">
                <a:solidFill>
                  <a:srgbClr val="B9802A"/>
                </a:solidFill>
                <a:latin typeface="Arial"/>
                <a:ea typeface="Arial"/>
                <a:cs typeface="Arial"/>
              </a:defRPr>
            </a:lvl4pPr>
            <a:lvl5pPr algn="l">
              <a:defRPr sz="1350" b="1">
                <a:solidFill>
                  <a:srgbClr val="B9802A"/>
                </a:solidFill>
                <a:latin typeface="Arial"/>
                <a:ea typeface="Arial"/>
                <a:cs typeface="Arial"/>
              </a:defRPr>
            </a:lvl5pPr>
            <a:lvl6pPr algn="l">
              <a:defRPr sz="1350" b="1">
                <a:solidFill>
                  <a:srgbClr val="B9802A"/>
                </a:solidFill>
                <a:latin typeface="Arial"/>
                <a:ea typeface="Arial"/>
                <a:cs typeface="Arial"/>
              </a:defRPr>
            </a:lvl6pPr>
            <a:lvl7pPr algn="l">
              <a:defRPr sz="1350" b="1">
                <a:solidFill>
                  <a:srgbClr val="B9802A"/>
                </a:solidFill>
                <a:latin typeface="Arial"/>
                <a:ea typeface="Arial"/>
                <a:cs typeface="Arial"/>
              </a:defRPr>
            </a:lvl7pPr>
            <a:lvl8pPr algn="l">
              <a:defRPr sz="1350" b="1">
                <a:solidFill>
                  <a:srgbClr val="B9802A"/>
                </a:solidFill>
                <a:latin typeface="Arial"/>
                <a:ea typeface="Arial"/>
                <a:cs typeface="Arial"/>
              </a:defRPr>
            </a:lvl8pPr>
            <a:lvl9pPr algn="l">
              <a:defRPr sz="1350" b="1">
                <a:solidFill>
                  <a:srgbClr val="B9802A"/>
                </a:solidFill>
                <a:latin typeface="Arial"/>
                <a:ea typeface="Arial"/>
                <a:cs typeface="Arial"/>
              </a:defRPr>
            </a:lvl9pPr>
          </a:lstStyle>
          <a:p xmlns:a="http://schemas.openxmlformats.org/drawingml/2006/main">
            <a:pPr algn="l">
              <a:lnSpc>
                <a:spcPct val="104000"/>
              </a:lnSpc>
              <a:buNone/>
              <a:defRPr sz="1350" b="1">
                <a:solidFill>
                  <a:srgbClr val="B9802A"/>
                </a:solidFill>
                <a:latin typeface="Arial"/>
                <a:ea typeface="Arial"/>
                <a:cs typeface="Arial"/>
              </a:defRPr>
            </a:pPr>
            <a:r>
              <a:rPr sz="1350" b="1">
                <a:solidFill>
                  <a:srgbClr val="B9802A"/>
                </a:solidFill>
                <a:latin typeface="Arial"/>
                <a:ea typeface="Arial"/>
                <a:cs typeface="Arial"/>
              </a:rPr>
              <a:t>02</a:t>
            </a:r>
          </a:p>
        </p:txBody>
      </p:sp>
      <p:sp>
        <p:nvSpPr>
          <p:cNvPr id="17" name="insert-02-title">
            <a:extLst xmlns:a="http://schemas.openxmlformats.org/drawingml/2006/main">
              <a:ext uri="{FF2B5EF4-FFF2-40B4-BE49-F238E27FC236}">
                <a16:creationId xmlns:a16="http://schemas.microsoft.com/office/drawing/2014/main" id="{9642C97F-F157-4809-BEE3-C5F3CD86E11C}"/>
              </a:ext>
            </a:extLst>
          </p:cNvPr>
          <p:cNvSpPr>
            <a:spLocks xmlns:a="http://schemas.openxmlformats.org/drawingml/2006/main" noGrp="1"/>
          </p:cNvSpPr>
          <p:nvPr/>
        </p:nvSpPr>
        <p:spPr>
          <a:xfrm xmlns:a="http://schemas.openxmlformats.org/drawingml/2006/main">
            <a:off x="7067550" y="3238500"/>
            <a:ext cx="419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17393C"/>
                </a:solidFill>
                <a:latin typeface="Arial"/>
                <a:ea typeface="Arial"/>
                <a:cs typeface="Arial"/>
              </a:defRPr>
            </a:defPPr>
            <a:lvl1pPr algn="l">
              <a:defRPr sz="1650" b="1">
                <a:solidFill>
                  <a:srgbClr val="17393C"/>
                </a:solidFill>
                <a:latin typeface="Arial"/>
                <a:ea typeface="Arial"/>
                <a:cs typeface="Arial"/>
              </a:defRPr>
            </a:lvl1pPr>
            <a:lvl2pPr algn="l">
              <a:defRPr sz="1650" b="1">
                <a:solidFill>
                  <a:srgbClr val="17393C"/>
                </a:solidFill>
                <a:latin typeface="Arial"/>
                <a:ea typeface="Arial"/>
                <a:cs typeface="Arial"/>
              </a:defRPr>
            </a:lvl2pPr>
            <a:lvl3pPr algn="l">
              <a:defRPr sz="1650" b="1">
                <a:solidFill>
                  <a:srgbClr val="17393C"/>
                </a:solidFill>
                <a:latin typeface="Arial"/>
                <a:ea typeface="Arial"/>
                <a:cs typeface="Arial"/>
              </a:defRPr>
            </a:lvl3pPr>
            <a:lvl4pPr algn="l">
              <a:defRPr sz="1650" b="1">
                <a:solidFill>
                  <a:srgbClr val="17393C"/>
                </a:solidFill>
                <a:latin typeface="Arial"/>
                <a:ea typeface="Arial"/>
                <a:cs typeface="Arial"/>
              </a:defRPr>
            </a:lvl4pPr>
            <a:lvl5pPr algn="l">
              <a:defRPr sz="1650" b="1">
                <a:solidFill>
                  <a:srgbClr val="17393C"/>
                </a:solidFill>
                <a:latin typeface="Arial"/>
                <a:ea typeface="Arial"/>
                <a:cs typeface="Arial"/>
              </a:defRPr>
            </a:lvl5pPr>
            <a:lvl6pPr algn="l">
              <a:defRPr sz="1650" b="1">
                <a:solidFill>
                  <a:srgbClr val="17393C"/>
                </a:solidFill>
                <a:latin typeface="Arial"/>
                <a:ea typeface="Arial"/>
                <a:cs typeface="Arial"/>
              </a:defRPr>
            </a:lvl6pPr>
            <a:lvl7pPr algn="l">
              <a:defRPr sz="1650" b="1">
                <a:solidFill>
                  <a:srgbClr val="17393C"/>
                </a:solidFill>
                <a:latin typeface="Arial"/>
                <a:ea typeface="Arial"/>
                <a:cs typeface="Arial"/>
              </a:defRPr>
            </a:lvl7pPr>
            <a:lvl8pPr algn="l">
              <a:defRPr sz="1650" b="1">
                <a:solidFill>
                  <a:srgbClr val="17393C"/>
                </a:solidFill>
                <a:latin typeface="Arial"/>
                <a:ea typeface="Arial"/>
                <a:cs typeface="Arial"/>
              </a:defRPr>
            </a:lvl8pPr>
            <a:lvl9pPr algn="l">
              <a:defRPr sz="1650" b="1">
                <a:solidFill>
                  <a:srgbClr val="17393C"/>
                </a:solidFill>
                <a:latin typeface="Arial"/>
                <a:ea typeface="Arial"/>
                <a:cs typeface="Arial"/>
              </a:defRPr>
            </a:lvl9pPr>
          </a:lstStyle>
          <a:p xmlns:a="http://schemas.openxmlformats.org/drawingml/2006/main">
            <a:pPr algn="l">
              <a:lnSpc>
                <a:spcPct val="104000"/>
              </a:lnSpc>
              <a:buNone/>
              <a:defRPr sz="1650" b="1">
                <a:solidFill>
                  <a:srgbClr val="17393C"/>
                </a:solidFill>
                <a:latin typeface="Arial"/>
                <a:ea typeface="Arial"/>
                <a:cs typeface="Arial"/>
              </a:defRPr>
            </a:pPr>
            <a:r>
              <a:rPr sz="1650" b="1">
                <a:solidFill>
                  <a:srgbClr val="17393C"/>
                </a:solidFill>
                <a:latin typeface="Arial"/>
                <a:ea typeface="Arial"/>
                <a:cs typeface="Arial"/>
              </a:rPr>
              <a:t>Choose the scope anchor</a:t>
            </a:r>
          </a:p>
        </p:txBody>
      </p:sp>
      <p:sp>
        <p:nvSpPr>
          <p:cNvPr id="18" name="insert-02-detail">
            <a:extLst xmlns:a="http://schemas.openxmlformats.org/drawingml/2006/main">
              <a:ext uri="{FF2B5EF4-FFF2-40B4-BE49-F238E27FC236}">
                <a16:creationId xmlns:a16="http://schemas.microsoft.com/office/drawing/2014/main" id="{20D48742-4EAE-4E2D-AF31-370B7FF1F105}"/>
              </a:ext>
            </a:extLst>
          </p:cNvPr>
          <p:cNvSpPr>
            <a:spLocks xmlns:a="http://schemas.openxmlformats.org/drawingml/2006/main" noGrp="1"/>
          </p:cNvSpPr>
          <p:nvPr/>
        </p:nvSpPr>
        <p:spPr>
          <a:xfrm xmlns:a="http://schemas.openxmlformats.org/drawingml/2006/main">
            <a:off x="7067550" y="3562350"/>
            <a:ext cx="4286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0">
                <a:solidFill>
                  <a:srgbClr val="34595D"/>
                </a:solidFill>
                <a:latin typeface="Arial"/>
                <a:ea typeface="Arial"/>
                <a:cs typeface="Arial"/>
              </a:defRPr>
            </a:defPPr>
            <a:lvl1pPr algn="l">
              <a:defRPr sz="1650" b="0">
                <a:solidFill>
                  <a:srgbClr val="34595D"/>
                </a:solidFill>
                <a:latin typeface="Arial"/>
                <a:ea typeface="Arial"/>
                <a:cs typeface="Arial"/>
              </a:defRPr>
            </a:lvl1pPr>
            <a:lvl2pPr algn="l">
              <a:defRPr sz="1650" b="0">
                <a:solidFill>
                  <a:srgbClr val="34595D"/>
                </a:solidFill>
                <a:latin typeface="Arial"/>
                <a:ea typeface="Arial"/>
                <a:cs typeface="Arial"/>
              </a:defRPr>
            </a:lvl2pPr>
            <a:lvl3pPr algn="l">
              <a:defRPr sz="1650" b="0">
                <a:solidFill>
                  <a:srgbClr val="34595D"/>
                </a:solidFill>
                <a:latin typeface="Arial"/>
                <a:ea typeface="Arial"/>
                <a:cs typeface="Arial"/>
              </a:defRPr>
            </a:lvl3pPr>
            <a:lvl4pPr algn="l">
              <a:defRPr sz="1650" b="0">
                <a:solidFill>
                  <a:srgbClr val="34595D"/>
                </a:solidFill>
                <a:latin typeface="Arial"/>
                <a:ea typeface="Arial"/>
                <a:cs typeface="Arial"/>
              </a:defRPr>
            </a:lvl4pPr>
            <a:lvl5pPr algn="l">
              <a:defRPr sz="1650" b="0">
                <a:solidFill>
                  <a:srgbClr val="34595D"/>
                </a:solidFill>
                <a:latin typeface="Arial"/>
                <a:ea typeface="Arial"/>
                <a:cs typeface="Arial"/>
              </a:defRPr>
            </a:lvl5pPr>
            <a:lvl6pPr algn="l">
              <a:defRPr sz="1650" b="0">
                <a:solidFill>
                  <a:srgbClr val="34595D"/>
                </a:solidFill>
                <a:latin typeface="Arial"/>
                <a:ea typeface="Arial"/>
                <a:cs typeface="Arial"/>
              </a:defRPr>
            </a:lvl6pPr>
            <a:lvl7pPr algn="l">
              <a:defRPr sz="1650" b="0">
                <a:solidFill>
                  <a:srgbClr val="34595D"/>
                </a:solidFill>
                <a:latin typeface="Arial"/>
                <a:ea typeface="Arial"/>
                <a:cs typeface="Arial"/>
              </a:defRPr>
            </a:lvl7pPr>
            <a:lvl8pPr algn="l">
              <a:defRPr sz="1650" b="0">
                <a:solidFill>
                  <a:srgbClr val="34595D"/>
                </a:solidFill>
                <a:latin typeface="Arial"/>
                <a:ea typeface="Arial"/>
                <a:cs typeface="Arial"/>
              </a:defRPr>
            </a:lvl8pPr>
            <a:lvl9pPr algn="l">
              <a:defRPr sz="1650" b="0">
                <a:solidFill>
                  <a:srgbClr val="34595D"/>
                </a:solidFill>
                <a:latin typeface="Arial"/>
                <a:ea typeface="Arial"/>
                <a:cs typeface="Arial"/>
              </a:defRPr>
            </a:lvl9pPr>
          </a:lstStyle>
          <a:p xmlns:a="http://schemas.openxmlformats.org/drawingml/2006/main">
            <a:pPr algn="l">
              <a:lnSpc>
                <a:spcPct val="104000"/>
              </a:lnSpc>
              <a:buNone/>
              <a:defRPr sz="1650" b="0">
                <a:solidFill>
                  <a:srgbClr val="34595D"/>
                </a:solidFill>
                <a:latin typeface="Arial"/>
                <a:ea typeface="Arial"/>
                <a:cs typeface="Arial"/>
              </a:defRPr>
            </a:pPr>
            <a:r>
              <a:rPr sz="1650" b="0">
                <a:solidFill>
                  <a:srgbClr val="34595D"/>
                </a:solidFill>
                <a:latin typeface="Arial"/>
                <a:ea typeface="Arial"/>
                <a:cs typeface="Arial"/>
              </a:rPr>
              <a:t>Pick the deepest existing path implied by the procedure.</a:t>
            </a:r>
          </a:p>
        </p:txBody>
      </p:sp>
      <p:sp>
        <p:nvSpPr>
          <p:cNvPr id="19" name="insert-03-number">
            <a:extLst xmlns:a="http://schemas.openxmlformats.org/drawingml/2006/main">
              <a:ext uri="{FF2B5EF4-FFF2-40B4-BE49-F238E27FC236}">
                <a16:creationId xmlns:a16="http://schemas.microsoft.com/office/drawing/2014/main" id="{40E24B37-EE47-48B5-889B-4FAEAB145F09}"/>
              </a:ext>
            </a:extLst>
          </p:cNvPr>
          <p:cNvSpPr>
            <a:spLocks xmlns:a="http://schemas.openxmlformats.org/drawingml/2006/main" noGrp="1"/>
          </p:cNvSpPr>
          <p:nvPr/>
        </p:nvSpPr>
        <p:spPr>
          <a:xfrm xmlns:a="http://schemas.openxmlformats.org/drawingml/2006/main">
            <a:off x="6572250" y="4171950"/>
            <a:ext cx="419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350" b="1">
                <a:solidFill>
                  <a:srgbClr val="B9802A"/>
                </a:solidFill>
                <a:latin typeface="Arial"/>
                <a:ea typeface="Arial"/>
                <a:cs typeface="Arial"/>
              </a:defRPr>
            </a:defPPr>
            <a:lvl1pPr algn="l">
              <a:defRPr sz="1350" b="1">
                <a:solidFill>
                  <a:srgbClr val="B9802A"/>
                </a:solidFill>
                <a:latin typeface="Arial"/>
                <a:ea typeface="Arial"/>
                <a:cs typeface="Arial"/>
              </a:defRPr>
            </a:lvl1pPr>
            <a:lvl2pPr algn="l">
              <a:defRPr sz="1350" b="1">
                <a:solidFill>
                  <a:srgbClr val="B9802A"/>
                </a:solidFill>
                <a:latin typeface="Arial"/>
                <a:ea typeface="Arial"/>
                <a:cs typeface="Arial"/>
              </a:defRPr>
            </a:lvl2pPr>
            <a:lvl3pPr algn="l">
              <a:defRPr sz="1350" b="1">
                <a:solidFill>
                  <a:srgbClr val="B9802A"/>
                </a:solidFill>
                <a:latin typeface="Arial"/>
                <a:ea typeface="Arial"/>
                <a:cs typeface="Arial"/>
              </a:defRPr>
            </a:lvl3pPr>
            <a:lvl4pPr algn="l">
              <a:defRPr sz="1350" b="1">
                <a:solidFill>
                  <a:srgbClr val="B9802A"/>
                </a:solidFill>
                <a:latin typeface="Arial"/>
                <a:ea typeface="Arial"/>
                <a:cs typeface="Arial"/>
              </a:defRPr>
            </a:lvl4pPr>
            <a:lvl5pPr algn="l">
              <a:defRPr sz="1350" b="1">
                <a:solidFill>
                  <a:srgbClr val="B9802A"/>
                </a:solidFill>
                <a:latin typeface="Arial"/>
                <a:ea typeface="Arial"/>
                <a:cs typeface="Arial"/>
              </a:defRPr>
            </a:lvl5pPr>
            <a:lvl6pPr algn="l">
              <a:defRPr sz="1350" b="1">
                <a:solidFill>
                  <a:srgbClr val="B9802A"/>
                </a:solidFill>
                <a:latin typeface="Arial"/>
                <a:ea typeface="Arial"/>
                <a:cs typeface="Arial"/>
              </a:defRPr>
            </a:lvl6pPr>
            <a:lvl7pPr algn="l">
              <a:defRPr sz="1350" b="1">
                <a:solidFill>
                  <a:srgbClr val="B9802A"/>
                </a:solidFill>
                <a:latin typeface="Arial"/>
                <a:ea typeface="Arial"/>
                <a:cs typeface="Arial"/>
              </a:defRPr>
            </a:lvl7pPr>
            <a:lvl8pPr algn="l">
              <a:defRPr sz="1350" b="1">
                <a:solidFill>
                  <a:srgbClr val="B9802A"/>
                </a:solidFill>
                <a:latin typeface="Arial"/>
                <a:ea typeface="Arial"/>
                <a:cs typeface="Arial"/>
              </a:defRPr>
            </a:lvl8pPr>
            <a:lvl9pPr algn="l">
              <a:defRPr sz="1350" b="1">
                <a:solidFill>
                  <a:srgbClr val="B9802A"/>
                </a:solidFill>
                <a:latin typeface="Arial"/>
                <a:ea typeface="Arial"/>
                <a:cs typeface="Arial"/>
              </a:defRPr>
            </a:lvl9pPr>
          </a:lstStyle>
          <a:p xmlns:a="http://schemas.openxmlformats.org/drawingml/2006/main">
            <a:pPr algn="l">
              <a:lnSpc>
                <a:spcPct val="104000"/>
              </a:lnSpc>
              <a:buNone/>
              <a:defRPr sz="1350" b="1">
                <a:solidFill>
                  <a:srgbClr val="B9802A"/>
                </a:solidFill>
                <a:latin typeface="Arial"/>
                <a:ea typeface="Arial"/>
                <a:cs typeface="Arial"/>
              </a:defRPr>
            </a:pPr>
            <a:r>
              <a:rPr sz="1350" b="1">
                <a:solidFill>
                  <a:srgbClr val="B9802A"/>
                </a:solidFill>
                <a:latin typeface="Arial"/>
                <a:ea typeface="Arial"/>
                <a:cs typeface="Arial"/>
              </a:rPr>
              <a:t>03</a:t>
            </a:r>
          </a:p>
        </p:txBody>
      </p:sp>
      <p:sp>
        <p:nvSpPr>
          <p:cNvPr id="20" name="insert-03-title">
            <a:extLst xmlns:a="http://schemas.openxmlformats.org/drawingml/2006/main">
              <a:ext uri="{FF2B5EF4-FFF2-40B4-BE49-F238E27FC236}">
                <a16:creationId xmlns:a16="http://schemas.microsoft.com/office/drawing/2014/main" id="{08C5645D-6B02-401A-B232-8F9C777175A4}"/>
              </a:ext>
            </a:extLst>
          </p:cNvPr>
          <p:cNvSpPr>
            <a:spLocks xmlns:a="http://schemas.openxmlformats.org/drawingml/2006/main" noGrp="1"/>
          </p:cNvSpPr>
          <p:nvPr/>
        </p:nvSpPr>
        <p:spPr>
          <a:xfrm xmlns:a="http://schemas.openxmlformats.org/drawingml/2006/main">
            <a:off x="7067550" y="4152900"/>
            <a:ext cx="419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17393C"/>
                </a:solidFill>
                <a:latin typeface="Arial"/>
                <a:ea typeface="Arial"/>
                <a:cs typeface="Arial"/>
              </a:defRPr>
            </a:defPPr>
            <a:lvl1pPr algn="l">
              <a:defRPr sz="1650" b="1">
                <a:solidFill>
                  <a:srgbClr val="17393C"/>
                </a:solidFill>
                <a:latin typeface="Arial"/>
                <a:ea typeface="Arial"/>
                <a:cs typeface="Arial"/>
              </a:defRPr>
            </a:lvl1pPr>
            <a:lvl2pPr algn="l">
              <a:defRPr sz="1650" b="1">
                <a:solidFill>
                  <a:srgbClr val="17393C"/>
                </a:solidFill>
                <a:latin typeface="Arial"/>
                <a:ea typeface="Arial"/>
                <a:cs typeface="Arial"/>
              </a:defRPr>
            </a:lvl2pPr>
            <a:lvl3pPr algn="l">
              <a:defRPr sz="1650" b="1">
                <a:solidFill>
                  <a:srgbClr val="17393C"/>
                </a:solidFill>
                <a:latin typeface="Arial"/>
                <a:ea typeface="Arial"/>
                <a:cs typeface="Arial"/>
              </a:defRPr>
            </a:lvl3pPr>
            <a:lvl4pPr algn="l">
              <a:defRPr sz="1650" b="1">
                <a:solidFill>
                  <a:srgbClr val="17393C"/>
                </a:solidFill>
                <a:latin typeface="Arial"/>
                <a:ea typeface="Arial"/>
                <a:cs typeface="Arial"/>
              </a:defRPr>
            </a:lvl4pPr>
            <a:lvl5pPr algn="l">
              <a:defRPr sz="1650" b="1">
                <a:solidFill>
                  <a:srgbClr val="17393C"/>
                </a:solidFill>
                <a:latin typeface="Arial"/>
                <a:ea typeface="Arial"/>
                <a:cs typeface="Arial"/>
              </a:defRPr>
            </a:lvl5pPr>
            <a:lvl6pPr algn="l">
              <a:defRPr sz="1650" b="1">
                <a:solidFill>
                  <a:srgbClr val="17393C"/>
                </a:solidFill>
                <a:latin typeface="Arial"/>
                <a:ea typeface="Arial"/>
                <a:cs typeface="Arial"/>
              </a:defRPr>
            </a:lvl6pPr>
            <a:lvl7pPr algn="l">
              <a:defRPr sz="1650" b="1">
                <a:solidFill>
                  <a:srgbClr val="17393C"/>
                </a:solidFill>
                <a:latin typeface="Arial"/>
                <a:ea typeface="Arial"/>
                <a:cs typeface="Arial"/>
              </a:defRPr>
            </a:lvl7pPr>
            <a:lvl8pPr algn="l">
              <a:defRPr sz="1650" b="1">
                <a:solidFill>
                  <a:srgbClr val="17393C"/>
                </a:solidFill>
                <a:latin typeface="Arial"/>
                <a:ea typeface="Arial"/>
                <a:cs typeface="Arial"/>
              </a:defRPr>
            </a:lvl8pPr>
            <a:lvl9pPr algn="l">
              <a:defRPr sz="1650" b="1">
                <a:solidFill>
                  <a:srgbClr val="17393C"/>
                </a:solidFill>
                <a:latin typeface="Arial"/>
                <a:ea typeface="Arial"/>
                <a:cs typeface="Arial"/>
              </a:defRPr>
            </a:lvl9pPr>
          </a:lstStyle>
          <a:p xmlns:a="http://schemas.openxmlformats.org/drawingml/2006/main">
            <a:pPr algn="l">
              <a:lnSpc>
                <a:spcPct val="104000"/>
              </a:lnSpc>
              <a:buNone/>
              <a:defRPr sz="1650" b="1">
                <a:solidFill>
                  <a:srgbClr val="17393C"/>
                </a:solidFill>
                <a:latin typeface="Arial"/>
                <a:ea typeface="Arial"/>
                <a:cs typeface="Arial"/>
              </a:defRPr>
            </a:pPr>
            <a:r>
              <a:rPr sz="1650" b="1">
                <a:solidFill>
                  <a:srgbClr val="17393C"/>
                </a:solidFill>
                <a:latin typeface="Arial"/>
                <a:ea typeface="Arial"/>
                <a:cs typeface="Arial"/>
              </a:rPr>
              <a:t>Add the child rule</a:t>
            </a:r>
          </a:p>
        </p:txBody>
      </p:sp>
      <p:sp>
        <p:nvSpPr>
          <p:cNvPr id="21" name="insert-03-detail">
            <a:extLst xmlns:a="http://schemas.openxmlformats.org/drawingml/2006/main">
              <a:ext uri="{FF2B5EF4-FFF2-40B4-BE49-F238E27FC236}">
                <a16:creationId xmlns:a16="http://schemas.microsoft.com/office/drawing/2014/main" id="{5BB0C2D7-FA03-405F-9FB3-5F68A06556C3}"/>
              </a:ext>
            </a:extLst>
          </p:cNvPr>
          <p:cNvSpPr>
            <a:spLocks xmlns:a="http://schemas.openxmlformats.org/drawingml/2006/main" noGrp="1"/>
          </p:cNvSpPr>
          <p:nvPr/>
        </p:nvSpPr>
        <p:spPr>
          <a:xfrm xmlns:a="http://schemas.openxmlformats.org/drawingml/2006/main">
            <a:off x="7067550" y="4476750"/>
            <a:ext cx="4286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0">
                <a:solidFill>
                  <a:srgbClr val="34595D"/>
                </a:solidFill>
                <a:latin typeface="Arial"/>
                <a:ea typeface="Arial"/>
                <a:cs typeface="Arial"/>
              </a:defRPr>
            </a:defPPr>
            <a:lvl1pPr algn="l">
              <a:defRPr sz="1650" b="0">
                <a:solidFill>
                  <a:srgbClr val="34595D"/>
                </a:solidFill>
                <a:latin typeface="Arial"/>
                <a:ea typeface="Arial"/>
                <a:cs typeface="Arial"/>
              </a:defRPr>
            </a:lvl1pPr>
            <a:lvl2pPr algn="l">
              <a:defRPr sz="1650" b="0">
                <a:solidFill>
                  <a:srgbClr val="34595D"/>
                </a:solidFill>
                <a:latin typeface="Arial"/>
                <a:ea typeface="Arial"/>
                <a:cs typeface="Arial"/>
              </a:defRPr>
            </a:lvl2pPr>
            <a:lvl3pPr algn="l">
              <a:defRPr sz="1650" b="0">
                <a:solidFill>
                  <a:srgbClr val="34595D"/>
                </a:solidFill>
                <a:latin typeface="Arial"/>
                <a:ea typeface="Arial"/>
                <a:cs typeface="Arial"/>
              </a:defRPr>
            </a:lvl3pPr>
            <a:lvl4pPr algn="l">
              <a:defRPr sz="1650" b="0">
                <a:solidFill>
                  <a:srgbClr val="34595D"/>
                </a:solidFill>
                <a:latin typeface="Arial"/>
                <a:ea typeface="Arial"/>
                <a:cs typeface="Arial"/>
              </a:defRPr>
            </a:lvl4pPr>
            <a:lvl5pPr algn="l">
              <a:defRPr sz="1650" b="0">
                <a:solidFill>
                  <a:srgbClr val="34595D"/>
                </a:solidFill>
                <a:latin typeface="Arial"/>
                <a:ea typeface="Arial"/>
                <a:cs typeface="Arial"/>
              </a:defRPr>
            </a:lvl5pPr>
            <a:lvl6pPr algn="l">
              <a:defRPr sz="1650" b="0">
                <a:solidFill>
                  <a:srgbClr val="34595D"/>
                </a:solidFill>
                <a:latin typeface="Arial"/>
                <a:ea typeface="Arial"/>
                <a:cs typeface="Arial"/>
              </a:defRPr>
            </a:lvl6pPr>
            <a:lvl7pPr algn="l">
              <a:defRPr sz="1650" b="0">
                <a:solidFill>
                  <a:srgbClr val="34595D"/>
                </a:solidFill>
                <a:latin typeface="Arial"/>
                <a:ea typeface="Arial"/>
                <a:cs typeface="Arial"/>
              </a:defRPr>
            </a:lvl7pPr>
            <a:lvl8pPr algn="l">
              <a:defRPr sz="1650" b="0">
                <a:solidFill>
                  <a:srgbClr val="34595D"/>
                </a:solidFill>
                <a:latin typeface="Arial"/>
                <a:ea typeface="Arial"/>
                <a:cs typeface="Arial"/>
              </a:defRPr>
            </a:lvl8pPr>
            <a:lvl9pPr algn="l">
              <a:defRPr sz="1650" b="0">
                <a:solidFill>
                  <a:srgbClr val="34595D"/>
                </a:solidFill>
                <a:latin typeface="Arial"/>
                <a:ea typeface="Arial"/>
                <a:cs typeface="Arial"/>
              </a:defRPr>
            </a:lvl9pPr>
          </a:lstStyle>
          <a:p xmlns:a="http://schemas.openxmlformats.org/drawingml/2006/main">
            <a:pPr algn="l">
              <a:lnSpc>
                <a:spcPct val="104000"/>
              </a:lnSpc>
              <a:buNone/>
              <a:defRPr sz="1650" b="0">
                <a:solidFill>
                  <a:srgbClr val="34595D"/>
                </a:solidFill>
                <a:latin typeface="Arial"/>
                <a:ea typeface="Arial"/>
                <a:cs typeface="Arial"/>
              </a:defRPr>
            </a:pPr>
            <a:r>
              <a:rPr sz="1650" b="0">
                <a:solidFill>
                  <a:srgbClr val="34595D"/>
                </a:solidFill>
                <a:latin typeface="Arial"/>
                <a:ea typeface="Arial"/>
                <a:cs typeface="Arial"/>
              </a:rPr>
              <a:t>Reuse or register a condition. Guard by scope AND case.</a:t>
            </a:r>
          </a:p>
        </p:txBody>
      </p:sp>
      <p:sp>
        <p:nvSpPr>
          <p:cNvPr id="22" name="insert-04-number">
            <a:extLst xmlns:a="http://schemas.openxmlformats.org/drawingml/2006/main">
              <a:ext uri="{FF2B5EF4-FFF2-40B4-BE49-F238E27FC236}">
                <a16:creationId xmlns:a16="http://schemas.microsoft.com/office/drawing/2014/main" id="{DED3D351-C195-4E3B-8520-7E4EC5F3D0EC}"/>
              </a:ext>
            </a:extLst>
          </p:cNvPr>
          <p:cNvSpPr>
            <a:spLocks xmlns:a="http://schemas.openxmlformats.org/drawingml/2006/main" noGrp="1"/>
          </p:cNvSpPr>
          <p:nvPr/>
        </p:nvSpPr>
        <p:spPr>
          <a:xfrm xmlns:a="http://schemas.openxmlformats.org/drawingml/2006/main">
            <a:off x="6572250" y="5086350"/>
            <a:ext cx="419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350" b="1">
                <a:solidFill>
                  <a:srgbClr val="B9802A"/>
                </a:solidFill>
                <a:latin typeface="Arial"/>
                <a:ea typeface="Arial"/>
                <a:cs typeface="Arial"/>
              </a:defRPr>
            </a:defPPr>
            <a:lvl1pPr algn="l">
              <a:defRPr sz="1350" b="1">
                <a:solidFill>
                  <a:srgbClr val="B9802A"/>
                </a:solidFill>
                <a:latin typeface="Arial"/>
                <a:ea typeface="Arial"/>
                <a:cs typeface="Arial"/>
              </a:defRPr>
            </a:lvl1pPr>
            <a:lvl2pPr algn="l">
              <a:defRPr sz="1350" b="1">
                <a:solidFill>
                  <a:srgbClr val="B9802A"/>
                </a:solidFill>
                <a:latin typeface="Arial"/>
                <a:ea typeface="Arial"/>
                <a:cs typeface="Arial"/>
              </a:defRPr>
            </a:lvl2pPr>
            <a:lvl3pPr algn="l">
              <a:defRPr sz="1350" b="1">
                <a:solidFill>
                  <a:srgbClr val="B9802A"/>
                </a:solidFill>
                <a:latin typeface="Arial"/>
                <a:ea typeface="Arial"/>
                <a:cs typeface="Arial"/>
              </a:defRPr>
            </a:lvl3pPr>
            <a:lvl4pPr algn="l">
              <a:defRPr sz="1350" b="1">
                <a:solidFill>
                  <a:srgbClr val="B9802A"/>
                </a:solidFill>
                <a:latin typeface="Arial"/>
                <a:ea typeface="Arial"/>
                <a:cs typeface="Arial"/>
              </a:defRPr>
            </a:lvl4pPr>
            <a:lvl5pPr algn="l">
              <a:defRPr sz="1350" b="1">
                <a:solidFill>
                  <a:srgbClr val="B9802A"/>
                </a:solidFill>
                <a:latin typeface="Arial"/>
                <a:ea typeface="Arial"/>
                <a:cs typeface="Arial"/>
              </a:defRPr>
            </a:lvl5pPr>
            <a:lvl6pPr algn="l">
              <a:defRPr sz="1350" b="1">
                <a:solidFill>
                  <a:srgbClr val="B9802A"/>
                </a:solidFill>
                <a:latin typeface="Arial"/>
                <a:ea typeface="Arial"/>
                <a:cs typeface="Arial"/>
              </a:defRPr>
            </a:lvl6pPr>
            <a:lvl7pPr algn="l">
              <a:defRPr sz="1350" b="1">
                <a:solidFill>
                  <a:srgbClr val="B9802A"/>
                </a:solidFill>
                <a:latin typeface="Arial"/>
                <a:ea typeface="Arial"/>
                <a:cs typeface="Arial"/>
              </a:defRPr>
            </a:lvl7pPr>
            <a:lvl8pPr algn="l">
              <a:defRPr sz="1350" b="1">
                <a:solidFill>
                  <a:srgbClr val="B9802A"/>
                </a:solidFill>
                <a:latin typeface="Arial"/>
                <a:ea typeface="Arial"/>
                <a:cs typeface="Arial"/>
              </a:defRPr>
            </a:lvl8pPr>
            <a:lvl9pPr algn="l">
              <a:defRPr sz="1350" b="1">
                <a:solidFill>
                  <a:srgbClr val="B9802A"/>
                </a:solidFill>
                <a:latin typeface="Arial"/>
                <a:ea typeface="Arial"/>
                <a:cs typeface="Arial"/>
              </a:defRPr>
            </a:lvl9pPr>
          </a:lstStyle>
          <a:p xmlns:a="http://schemas.openxmlformats.org/drawingml/2006/main">
            <a:pPr algn="l">
              <a:lnSpc>
                <a:spcPct val="104000"/>
              </a:lnSpc>
              <a:buNone/>
              <a:defRPr sz="1350" b="1">
                <a:solidFill>
                  <a:srgbClr val="B9802A"/>
                </a:solidFill>
                <a:latin typeface="Arial"/>
                <a:ea typeface="Arial"/>
                <a:cs typeface="Arial"/>
              </a:defRPr>
            </a:pPr>
            <a:r>
              <a:rPr sz="1350" b="1">
                <a:solidFill>
                  <a:srgbClr val="B9802A"/>
                </a:solidFill>
                <a:latin typeface="Arial"/>
                <a:ea typeface="Arial"/>
                <a:cs typeface="Arial"/>
              </a:rPr>
              <a:t>04</a:t>
            </a:r>
          </a:p>
        </p:txBody>
      </p:sp>
      <p:sp>
        <p:nvSpPr>
          <p:cNvPr id="23" name="insert-04-title">
            <a:extLst xmlns:a="http://schemas.openxmlformats.org/drawingml/2006/main">
              <a:ext uri="{FF2B5EF4-FFF2-40B4-BE49-F238E27FC236}">
                <a16:creationId xmlns:a16="http://schemas.microsoft.com/office/drawing/2014/main" id="{EAAB5C04-8795-436D-8239-F0E0C1975D3D}"/>
              </a:ext>
            </a:extLst>
          </p:cNvPr>
          <p:cNvSpPr>
            <a:spLocks xmlns:a="http://schemas.openxmlformats.org/drawingml/2006/main" noGrp="1"/>
          </p:cNvSpPr>
          <p:nvPr/>
        </p:nvSpPr>
        <p:spPr>
          <a:xfrm xmlns:a="http://schemas.openxmlformats.org/drawingml/2006/main">
            <a:off x="7067550" y="5067300"/>
            <a:ext cx="419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17393C"/>
                </a:solidFill>
                <a:latin typeface="Arial"/>
                <a:ea typeface="Arial"/>
                <a:cs typeface="Arial"/>
              </a:defRPr>
            </a:defPPr>
            <a:lvl1pPr algn="l">
              <a:defRPr sz="1650" b="1">
                <a:solidFill>
                  <a:srgbClr val="17393C"/>
                </a:solidFill>
                <a:latin typeface="Arial"/>
                <a:ea typeface="Arial"/>
                <a:cs typeface="Arial"/>
              </a:defRPr>
            </a:lvl1pPr>
            <a:lvl2pPr algn="l">
              <a:defRPr sz="1650" b="1">
                <a:solidFill>
                  <a:srgbClr val="17393C"/>
                </a:solidFill>
                <a:latin typeface="Arial"/>
                <a:ea typeface="Arial"/>
                <a:cs typeface="Arial"/>
              </a:defRPr>
            </a:lvl2pPr>
            <a:lvl3pPr algn="l">
              <a:defRPr sz="1650" b="1">
                <a:solidFill>
                  <a:srgbClr val="17393C"/>
                </a:solidFill>
                <a:latin typeface="Arial"/>
                <a:ea typeface="Arial"/>
                <a:cs typeface="Arial"/>
              </a:defRPr>
            </a:lvl3pPr>
            <a:lvl4pPr algn="l">
              <a:defRPr sz="1650" b="1">
                <a:solidFill>
                  <a:srgbClr val="17393C"/>
                </a:solidFill>
                <a:latin typeface="Arial"/>
                <a:ea typeface="Arial"/>
                <a:cs typeface="Arial"/>
              </a:defRPr>
            </a:lvl4pPr>
            <a:lvl5pPr algn="l">
              <a:defRPr sz="1650" b="1">
                <a:solidFill>
                  <a:srgbClr val="17393C"/>
                </a:solidFill>
                <a:latin typeface="Arial"/>
                <a:ea typeface="Arial"/>
                <a:cs typeface="Arial"/>
              </a:defRPr>
            </a:lvl5pPr>
            <a:lvl6pPr algn="l">
              <a:defRPr sz="1650" b="1">
                <a:solidFill>
                  <a:srgbClr val="17393C"/>
                </a:solidFill>
                <a:latin typeface="Arial"/>
                <a:ea typeface="Arial"/>
                <a:cs typeface="Arial"/>
              </a:defRPr>
            </a:lvl6pPr>
            <a:lvl7pPr algn="l">
              <a:defRPr sz="1650" b="1">
                <a:solidFill>
                  <a:srgbClr val="17393C"/>
                </a:solidFill>
                <a:latin typeface="Arial"/>
                <a:ea typeface="Arial"/>
                <a:cs typeface="Arial"/>
              </a:defRPr>
            </a:lvl7pPr>
            <a:lvl8pPr algn="l">
              <a:defRPr sz="1650" b="1">
                <a:solidFill>
                  <a:srgbClr val="17393C"/>
                </a:solidFill>
                <a:latin typeface="Arial"/>
                <a:ea typeface="Arial"/>
                <a:cs typeface="Arial"/>
              </a:defRPr>
            </a:lvl8pPr>
            <a:lvl9pPr algn="l">
              <a:defRPr sz="1650" b="1">
                <a:solidFill>
                  <a:srgbClr val="17393C"/>
                </a:solidFill>
                <a:latin typeface="Arial"/>
                <a:ea typeface="Arial"/>
                <a:cs typeface="Arial"/>
              </a:defRPr>
            </a:lvl9pPr>
          </a:lstStyle>
          <a:p xmlns:a="http://schemas.openxmlformats.org/drawingml/2006/main">
            <a:pPr algn="l">
              <a:lnSpc>
                <a:spcPct val="104000"/>
              </a:lnSpc>
              <a:buNone/>
              <a:defRPr sz="1650" b="1">
                <a:solidFill>
                  <a:srgbClr val="17393C"/>
                </a:solidFill>
                <a:latin typeface="Arial"/>
                <a:ea typeface="Arial"/>
                <a:cs typeface="Arial"/>
              </a:defRPr>
            </a:pPr>
            <a:r>
              <a:rPr sz="1650" b="1">
                <a:solidFill>
                  <a:srgbClr val="17393C"/>
                </a:solidFill>
                <a:latin typeface="Arial"/>
                <a:ea typeface="Arial"/>
                <a:cs typeface="Arial"/>
              </a:rPr>
              <a:t>Replay before saving</a:t>
            </a:r>
          </a:p>
        </p:txBody>
      </p:sp>
      <p:sp>
        <p:nvSpPr>
          <p:cNvPr id="24" name="insert-04-detail">
            <a:extLst xmlns:a="http://schemas.openxmlformats.org/drawingml/2006/main">
              <a:ext uri="{FF2B5EF4-FFF2-40B4-BE49-F238E27FC236}">
                <a16:creationId xmlns:a16="http://schemas.microsoft.com/office/drawing/2014/main" id="{D0355101-B4ED-4B75-8C7E-960AD0E887A2}"/>
              </a:ext>
            </a:extLst>
          </p:cNvPr>
          <p:cNvSpPr>
            <a:spLocks xmlns:a="http://schemas.openxmlformats.org/drawingml/2006/main" noGrp="1"/>
          </p:cNvSpPr>
          <p:nvPr/>
        </p:nvSpPr>
        <p:spPr>
          <a:xfrm xmlns:a="http://schemas.openxmlformats.org/drawingml/2006/main">
            <a:off x="7067550" y="5391150"/>
            <a:ext cx="4286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0">
                <a:solidFill>
                  <a:srgbClr val="34595D"/>
                </a:solidFill>
                <a:latin typeface="Arial"/>
                <a:ea typeface="Arial"/>
                <a:cs typeface="Arial"/>
              </a:defRPr>
            </a:defPPr>
            <a:lvl1pPr algn="l">
              <a:defRPr sz="1650" b="0">
                <a:solidFill>
                  <a:srgbClr val="34595D"/>
                </a:solidFill>
                <a:latin typeface="Arial"/>
                <a:ea typeface="Arial"/>
                <a:cs typeface="Arial"/>
              </a:defRPr>
            </a:lvl1pPr>
            <a:lvl2pPr algn="l">
              <a:defRPr sz="1650" b="0">
                <a:solidFill>
                  <a:srgbClr val="34595D"/>
                </a:solidFill>
                <a:latin typeface="Arial"/>
                <a:ea typeface="Arial"/>
                <a:cs typeface="Arial"/>
              </a:defRPr>
            </a:lvl2pPr>
            <a:lvl3pPr algn="l">
              <a:defRPr sz="1650" b="0">
                <a:solidFill>
                  <a:srgbClr val="34595D"/>
                </a:solidFill>
                <a:latin typeface="Arial"/>
                <a:ea typeface="Arial"/>
                <a:cs typeface="Arial"/>
              </a:defRPr>
            </a:lvl3pPr>
            <a:lvl4pPr algn="l">
              <a:defRPr sz="1650" b="0">
                <a:solidFill>
                  <a:srgbClr val="34595D"/>
                </a:solidFill>
                <a:latin typeface="Arial"/>
                <a:ea typeface="Arial"/>
                <a:cs typeface="Arial"/>
              </a:defRPr>
            </a:lvl4pPr>
            <a:lvl5pPr algn="l">
              <a:defRPr sz="1650" b="0">
                <a:solidFill>
                  <a:srgbClr val="34595D"/>
                </a:solidFill>
                <a:latin typeface="Arial"/>
                <a:ea typeface="Arial"/>
                <a:cs typeface="Arial"/>
              </a:defRPr>
            </a:lvl5pPr>
            <a:lvl6pPr algn="l">
              <a:defRPr sz="1650" b="0">
                <a:solidFill>
                  <a:srgbClr val="34595D"/>
                </a:solidFill>
                <a:latin typeface="Arial"/>
                <a:ea typeface="Arial"/>
                <a:cs typeface="Arial"/>
              </a:defRPr>
            </a:lvl6pPr>
            <a:lvl7pPr algn="l">
              <a:defRPr sz="1650" b="0">
                <a:solidFill>
                  <a:srgbClr val="34595D"/>
                </a:solidFill>
                <a:latin typeface="Arial"/>
                <a:ea typeface="Arial"/>
                <a:cs typeface="Arial"/>
              </a:defRPr>
            </a:lvl7pPr>
            <a:lvl8pPr algn="l">
              <a:defRPr sz="1650" b="0">
                <a:solidFill>
                  <a:srgbClr val="34595D"/>
                </a:solidFill>
                <a:latin typeface="Arial"/>
                <a:ea typeface="Arial"/>
                <a:cs typeface="Arial"/>
              </a:defRPr>
            </a:lvl8pPr>
            <a:lvl9pPr algn="l">
              <a:defRPr sz="1650" b="0">
                <a:solidFill>
                  <a:srgbClr val="34595D"/>
                </a:solidFill>
                <a:latin typeface="Arial"/>
                <a:ea typeface="Arial"/>
                <a:cs typeface="Arial"/>
              </a:defRPr>
            </a:lvl9pPr>
          </a:lstStyle>
          <a:p xmlns:a="http://schemas.openxmlformats.org/drawingml/2006/main">
            <a:pPr algn="l">
              <a:lnSpc>
                <a:spcPct val="104000"/>
              </a:lnSpc>
              <a:buNone/>
              <a:defRPr sz="1650" b="0">
                <a:solidFill>
                  <a:srgbClr val="34595D"/>
                </a:solidFill>
                <a:latin typeface="Arial"/>
                <a:ea typeface="Arial"/>
                <a:cs typeface="Arial"/>
              </a:defRPr>
            </a:pPr>
            <a:r>
              <a:rPr sz="1650" b="0">
                <a:solidFill>
                  <a:srgbClr val="34595D"/>
                </a:solidFill>
                <a:latin typeface="Arial"/>
                <a:ea typeface="Arial"/>
                <a:cs typeface="Arial"/>
              </a:rPr>
              <a:t>Protected cases must be known exclusions with unchanged guidance.</a:t>
            </a:r>
          </a:p>
        </p:txBody>
      </p:sp>
      <p:sp>
        <p:nvSpPr>
          <p:cNvPr id="25" name="placement-footer">
            <a:extLst xmlns:a="http://schemas.openxmlformats.org/drawingml/2006/main">
              <a:ext uri="{FF2B5EF4-FFF2-40B4-BE49-F238E27FC236}">
                <a16:creationId xmlns:a16="http://schemas.microsoft.com/office/drawing/2014/main" id="{0A5DF092-167D-4835-AFBE-D6F3F1B32886}"/>
              </a:ext>
            </a:extLst>
          </p:cNvPr>
          <p:cNvSpPr>
            <a:spLocks xmlns:a="http://schemas.openxmlformats.org/drawingml/2006/main" noGrp="1"/>
          </p:cNvSpPr>
          <p:nvPr/>
        </p:nvSpPr>
        <p:spPr>
          <a:xfrm xmlns:a="http://schemas.openxmlformats.org/drawingml/2006/main">
            <a:off x="6553200" y="6019800"/>
            <a:ext cx="485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00" b="0">
                <a:solidFill>
                  <a:srgbClr val="5C7474"/>
                </a:solidFill>
                <a:latin typeface="Arial"/>
                <a:ea typeface="Arial"/>
                <a:cs typeface="Arial"/>
              </a:defRPr>
            </a:defPPr>
            <a:lvl1pPr algn="l">
              <a:defRPr sz="1500" b="0">
                <a:solidFill>
                  <a:srgbClr val="5C7474"/>
                </a:solidFill>
                <a:latin typeface="Arial"/>
                <a:ea typeface="Arial"/>
                <a:cs typeface="Arial"/>
              </a:defRPr>
            </a:lvl1pPr>
            <a:lvl2pPr algn="l">
              <a:defRPr sz="1500" b="0">
                <a:solidFill>
                  <a:srgbClr val="5C7474"/>
                </a:solidFill>
                <a:latin typeface="Arial"/>
                <a:ea typeface="Arial"/>
                <a:cs typeface="Arial"/>
              </a:defRPr>
            </a:lvl2pPr>
            <a:lvl3pPr algn="l">
              <a:defRPr sz="1500" b="0">
                <a:solidFill>
                  <a:srgbClr val="5C7474"/>
                </a:solidFill>
                <a:latin typeface="Arial"/>
                <a:ea typeface="Arial"/>
                <a:cs typeface="Arial"/>
              </a:defRPr>
            </a:lvl3pPr>
            <a:lvl4pPr algn="l">
              <a:defRPr sz="1500" b="0">
                <a:solidFill>
                  <a:srgbClr val="5C7474"/>
                </a:solidFill>
                <a:latin typeface="Arial"/>
                <a:ea typeface="Arial"/>
                <a:cs typeface="Arial"/>
              </a:defRPr>
            </a:lvl4pPr>
            <a:lvl5pPr algn="l">
              <a:defRPr sz="1500" b="0">
                <a:solidFill>
                  <a:srgbClr val="5C7474"/>
                </a:solidFill>
                <a:latin typeface="Arial"/>
                <a:ea typeface="Arial"/>
                <a:cs typeface="Arial"/>
              </a:defRPr>
            </a:lvl5pPr>
            <a:lvl6pPr algn="l">
              <a:defRPr sz="1500" b="0">
                <a:solidFill>
                  <a:srgbClr val="5C7474"/>
                </a:solidFill>
                <a:latin typeface="Arial"/>
                <a:ea typeface="Arial"/>
                <a:cs typeface="Arial"/>
              </a:defRPr>
            </a:lvl6pPr>
            <a:lvl7pPr algn="l">
              <a:defRPr sz="1500" b="0">
                <a:solidFill>
                  <a:srgbClr val="5C7474"/>
                </a:solidFill>
                <a:latin typeface="Arial"/>
                <a:ea typeface="Arial"/>
                <a:cs typeface="Arial"/>
              </a:defRPr>
            </a:lvl7pPr>
            <a:lvl8pPr algn="l">
              <a:defRPr sz="1500" b="0">
                <a:solidFill>
                  <a:srgbClr val="5C7474"/>
                </a:solidFill>
                <a:latin typeface="Arial"/>
                <a:ea typeface="Arial"/>
                <a:cs typeface="Arial"/>
              </a:defRPr>
            </a:lvl8pPr>
            <a:lvl9pPr algn="l">
              <a:defRPr sz="1500" b="0">
                <a:solidFill>
                  <a:srgbClr val="5C7474"/>
                </a:solidFill>
                <a:latin typeface="Arial"/>
                <a:ea typeface="Arial"/>
                <a:cs typeface="Arial"/>
              </a:defRPr>
            </a:lvl9pPr>
          </a:lstStyle>
          <a:p xmlns:a="http://schemas.openxmlformats.org/drawingml/2006/main">
            <a:pPr algn="l">
              <a:lnSpc>
                <a:spcPct val="104000"/>
              </a:lnSpc>
              <a:buNone/>
              <a:defRPr sz="1500" b="0">
                <a:solidFill>
                  <a:srgbClr val="5C7474"/>
                </a:solidFill>
                <a:latin typeface="Arial"/>
                <a:ea typeface="Arial"/>
                <a:cs typeface="Arial"/>
              </a:defRPr>
            </a:pPr>
            <a:r>
              <a:rPr sz="1500" b="0">
                <a:solidFill>
                  <a:srgbClr val="5C7474"/>
                </a:solidFill>
                <a:latin typeface="Arial"/>
                <a:ea typeface="Arial"/>
                <a:cs typeface="Arial"/>
              </a:rPr>
              <a:t>Ambiguous scope, partial edits, or conflicts go to review.</a:t>
            </a:r>
          </a:p>
        </p:txBody>
      </p:sp>
    </p:spTree>
    <p:extLst>
      <p:ext uri="{BB962C8B-B14F-4D97-AF65-F5344CB8AC3E}">
        <p14:creationId xmlns:p14="http://schemas.microsoft.com/office/powerpoint/2010/main" val="2076532064"/>
      </p:ext>
    </p:extLst>
  </p:cSld>
</p:sld>
</file>

<file path=ppt/slides/slide3.xml><?xml version="1.0" encoding="utf-8"?>
<p:sld xmlns:p="http://schemas.openxmlformats.org/presentationml/2006/main">
  <p:cSld>
    <p:bg>
      <p:bgPr>
        <a:solidFill xmlns:a="http://schemas.openxmlformats.org/drawingml/2006/main">
          <a:srgbClr val="F7F9F7"/>
        </a:solidFill>
      </p:bgPr>
    </p:bg>
    <p:spTree>
      <p:nvGrpSpPr>
        <p:cNvPr id="1" name=""/>
        <p:cNvGrpSpPr/>
        <p:nvPr/>
      </p:nvGrpSpPr>
      <p:grpSpPr>
        <a:xfrm xmlns:a="http://schemas.openxmlformats.org/drawingml/2006/main"/>
      </p:grpSpPr>
      <p:cxnSp>
        <p:nvCxnSpPr>
          <p:cNvPr id="19" name="">
            <a:extLst xmlns:a="http://schemas.openxmlformats.org/drawingml/2006/main">
              <a:ext uri="{FF2B5EF4-FFF2-40B4-BE49-F238E27FC236}">
                <a16:creationId xmlns:a16="http://schemas.microsoft.com/office/drawing/2014/main" id="{69F8AC3E-C6CC-44D3-B1F7-8F4DEA24C1C9}"/>
              </a:ext>
            </a:extLst>
          </p:cNvPr>
          <p:cNvCxnSpPr>
            <a:stCxn xmlns:a="http://schemas.openxmlformats.org/drawingml/2006/main" id="11" idx="2"/>
            <a:endCxn xmlns:a="http://schemas.openxmlformats.org/drawingml/2006/main" id="14" idx="0"/>
          </p:cNvCxnSpPr>
          <p:nvPr/>
        </p:nvCxnSpPr>
        <p:spPr>
          <a:xfrm xmlns:a="http://schemas.openxmlformats.org/drawingml/2006/main">
            <a:off x="4305300" y="4552950"/>
            <a:ext cx="571500" cy="314325"/>
          </a:xfrm>
          <a:prstGeom xmlns:a="http://schemas.openxmlformats.org/drawingml/2006/main" prst="bentConnector4">
            <a:avLst>
              <a:gd name="adj1" fmla="val 0"/>
              <a:gd name="adj2" fmla="val 50000"/>
            </a:avLst>
          </a:prstGeom>
          <a:ln xmlns:a="http://schemas.openxmlformats.org/drawingml/2006/main" w="17145">
            <a:solidFill>
              <a:srgbClr val="7D9290"/>
            </a:solidFill>
            <a:prstDash val="solid"/>
            <a:tailEnd type="triangle" w="sm" len="sm"/>
          </a:ln>
        </p:spPr>
      </p:cxnSp>
      <p:cxnSp>
        <p:nvCxnSpPr>
          <p:cNvPr id="18" name="">
            <a:extLst xmlns:a="http://schemas.openxmlformats.org/drawingml/2006/main">
              <a:ext uri="{FF2B5EF4-FFF2-40B4-BE49-F238E27FC236}">
                <a16:creationId xmlns:a16="http://schemas.microsoft.com/office/drawing/2014/main" id="{82FC3EE5-186F-435E-8C49-450481CA6BCD}"/>
              </a:ext>
            </a:extLst>
          </p:cNvPr>
          <p:cNvCxnSpPr>
            <a:stCxn xmlns:a="http://schemas.openxmlformats.org/drawingml/2006/main" id="8" idx="2"/>
            <a:endCxn xmlns:a="http://schemas.openxmlformats.org/drawingml/2006/main" id="11" idx="0"/>
          </p:cNvCxnSpPr>
          <p:nvPr/>
        </p:nvCxnSpPr>
        <p:spPr>
          <a:xfrm xmlns:a="http://schemas.openxmlformats.org/drawingml/2006/main">
            <a:off x="3638550" y="3438525"/>
            <a:ext cx="666750" cy="314325"/>
          </a:xfrm>
          <a:prstGeom xmlns:a="http://schemas.openxmlformats.org/drawingml/2006/main" prst="bentConnector4">
            <a:avLst>
              <a:gd name="adj1" fmla="val 0"/>
              <a:gd name="adj2" fmla="val 50000"/>
            </a:avLst>
          </a:prstGeom>
          <a:ln xmlns:a="http://schemas.openxmlformats.org/drawingml/2006/main" w="17145">
            <a:solidFill>
              <a:srgbClr val="7D9290"/>
            </a:solidFill>
            <a:prstDash val="solid"/>
            <a:tailEnd type="triangle" w="sm" len="sm"/>
          </a:ln>
        </p:spPr>
      </p:cxnSp>
      <p:cxnSp>
        <p:nvCxnSpPr>
          <p:cNvPr id="17" name="">
            <a:extLst xmlns:a="http://schemas.openxmlformats.org/drawingml/2006/main">
              <a:ext uri="{FF2B5EF4-FFF2-40B4-BE49-F238E27FC236}">
                <a16:creationId xmlns:a16="http://schemas.microsoft.com/office/drawing/2014/main" id="{B0573006-60BA-48FF-AA4C-ECA73E6F1563}"/>
              </a:ext>
            </a:extLst>
          </p:cNvPr>
          <p:cNvCxnSpPr>
            <a:stCxn xmlns:a="http://schemas.openxmlformats.org/drawingml/2006/main" id="5" idx="2"/>
            <a:endCxn xmlns:a="http://schemas.openxmlformats.org/drawingml/2006/main" id="8" idx="0"/>
          </p:cNvCxnSpPr>
          <p:nvPr/>
        </p:nvCxnSpPr>
        <p:spPr>
          <a:xfrm xmlns:a="http://schemas.openxmlformats.org/drawingml/2006/main">
            <a:off x="2733675" y="2476500"/>
            <a:ext cx="904875" cy="295275"/>
          </a:xfrm>
          <a:prstGeom xmlns:a="http://schemas.openxmlformats.org/drawingml/2006/main" prst="bentConnector4">
            <a:avLst>
              <a:gd name="adj1" fmla="val 0"/>
              <a:gd name="adj2" fmla="val 50000"/>
            </a:avLst>
          </a:prstGeom>
          <a:ln xmlns:a="http://schemas.openxmlformats.org/drawingml/2006/main" w="17145">
            <a:solidFill>
              <a:srgbClr val="7D9290"/>
            </a:solidFill>
            <a:prstDash val="solid"/>
            <a:tailEnd type="triangle" w="sm" len="sm"/>
          </a:ln>
        </p:spPr>
      </p:cxnSp>
      <p:sp>
        <p:nvSpPr>
          <p:cNvPr id="28" name="title-3">
            <a:extLst xmlns:a="http://schemas.openxmlformats.org/drawingml/2006/main">
              <a:ext uri="{FF2B5EF4-FFF2-40B4-BE49-F238E27FC236}">
                <a16:creationId xmlns:a16="http://schemas.microsoft.com/office/drawing/2014/main" id="{F739A636-0745-4E82-BCE4-6D51319706A5}"/>
              </a:ext>
            </a:extLst>
          </p:cNvPr>
          <p:cNvSpPr>
            <a:spLocks xmlns:a="http://schemas.openxmlformats.org/drawingml/2006/main" noGrp="1"/>
          </p:cNvSpPr>
          <p:nvPr/>
        </p:nvSpPr>
        <p:spPr>
          <a:xfrm xmlns:a="http://schemas.openxmlformats.org/drawingml/2006/main">
            <a:off x="685800" y="457200"/>
            <a:ext cx="10744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750" b="1">
                <a:solidFill>
                  <a:srgbClr val="17393C"/>
                </a:solidFill>
                <a:latin typeface="Arial"/>
                <a:ea typeface="Arial"/>
                <a:cs typeface="Arial"/>
              </a:defRPr>
            </a:defPPr>
            <a:lvl1pPr algn="l">
              <a:defRPr sz="3750" b="1">
                <a:solidFill>
                  <a:srgbClr val="17393C"/>
                </a:solidFill>
                <a:latin typeface="Arial"/>
                <a:ea typeface="Arial"/>
                <a:cs typeface="Arial"/>
              </a:defRPr>
            </a:lvl1pPr>
            <a:lvl2pPr algn="l">
              <a:defRPr sz="3750" b="1">
                <a:solidFill>
                  <a:srgbClr val="17393C"/>
                </a:solidFill>
                <a:latin typeface="Arial"/>
                <a:ea typeface="Arial"/>
                <a:cs typeface="Arial"/>
              </a:defRPr>
            </a:lvl2pPr>
            <a:lvl3pPr algn="l">
              <a:defRPr sz="3750" b="1">
                <a:solidFill>
                  <a:srgbClr val="17393C"/>
                </a:solidFill>
                <a:latin typeface="Arial"/>
                <a:ea typeface="Arial"/>
                <a:cs typeface="Arial"/>
              </a:defRPr>
            </a:lvl3pPr>
            <a:lvl4pPr algn="l">
              <a:defRPr sz="3750" b="1">
                <a:solidFill>
                  <a:srgbClr val="17393C"/>
                </a:solidFill>
                <a:latin typeface="Arial"/>
                <a:ea typeface="Arial"/>
                <a:cs typeface="Arial"/>
              </a:defRPr>
            </a:lvl4pPr>
            <a:lvl5pPr algn="l">
              <a:defRPr sz="3750" b="1">
                <a:solidFill>
                  <a:srgbClr val="17393C"/>
                </a:solidFill>
                <a:latin typeface="Arial"/>
                <a:ea typeface="Arial"/>
                <a:cs typeface="Arial"/>
              </a:defRPr>
            </a:lvl5pPr>
            <a:lvl6pPr algn="l">
              <a:defRPr sz="3750" b="1">
                <a:solidFill>
                  <a:srgbClr val="17393C"/>
                </a:solidFill>
                <a:latin typeface="Arial"/>
                <a:ea typeface="Arial"/>
                <a:cs typeface="Arial"/>
              </a:defRPr>
            </a:lvl6pPr>
            <a:lvl7pPr algn="l">
              <a:defRPr sz="3750" b="1">
                <a:solidFill>
                  <a:srgbClr val="17393C"/>
                </a:solidFill>
                <a:latin typeface="Arial"/>
                <a:ea typeface="Arial"/>
                <a:cs typeface="Arial"/>
              </a:defRPr>
            </a:lvl7pPr>
            <a:lvl8pPr algn="l">
              <a:defRPr sz="3750" b="1">
                <a:solidFill>
                  <a:srgbClr val="17393C"/>
                </a:solidFill>
                <a:latin typeface="Arial"/>
                <a:ea typeface="Arial"/>
                <a:cs typeface="Arial"/>
              </a:defRPr>
            </a:lvl8pPr>
            <a:lvl9pPr algn="l">
              <a:defRPr sz="3750" b="1">
                <a:solidFill>
                  <a:srgbClr val="17393C"/>
                </a:solidFill>
                <a:latin typeface="Arial"/>
                <a:ea typeface="Arial"/>
                <a:cs typeface="Arial"/>
              </a:defRPr>
            </a:lvl9pPr>
          </a:lstStyle>
          <a:p xmlns:a="http://schemas.openxmlformats.org/drawingml/2006/main">
            <a:pPr algn="l">
              <a:lnSpc>
                <a:spcPct val="104000"/>
              </a:lnSpc>
              <a:buNone/>
              <a:defRPr sz="3750" b="1">
                <a:solidFill>
                  <a:srgbClr val="17393C"/>
                </a:solidFill>
                <a:latin typeface="Arial"/>
                <a:ea typeface="Arial"/>
                <a:cs typeface="Arial"/>
              </a:defRPr>
            </a:pPr>
            <a:r>
              <a:rPr sz="3750" b="1">
                <a:solidFill>
                  <a:srgbClr val="17393C"/>
                </a:solidFill>
                <a:latin typeface="Arial"/>
                <a:ea typeface="Arial"/>
                <a:cs typeface="Arial"/>
              </a:rPr>
              <a:t>Task-time traversal</a:t>
            </a:r>
          </a:p>
        </p:txBody>
      </p:sp>
      <p:sp>
        <p:nvSpPr>
          <p:cNvPr id="2" name="subtitle-3">
            <a:extLst xmlns:a="http://schemas.openxmlformats.org/drawingml/2006/main">
              <a:ext uri="{FF2B5EF4-FFF2-40B4-BE49-F238E27FC236}">
                <a16:creationId xmlns:a16="http://schemas.microsoft.com/office/drawing/2014/main" id="{DF6B7B1E-D516-446F-9906-F07510EC6BC4}"/>
              </a:ext>
            </a:extLst>
          </p:cNvPr>
          <p:cNvSpPr>
            <a:spLocks xmlns:a="http://schemas.openxmlformats.org/drawingml/2006/main" noGrp="1"/>
          </p:cNvSpPr>
          <p:nvPr/>
        </p:nvSpPr>
        <p:spPr>
          <a:xfrm xmlns:a="http://schemas.openxmlformats.org/drawingml/2006/main">
            <a:off x="723900" y="110490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0">
                <a:solidFill>
                  <a:srgbClr val="34595D"/>
                </a:solidFill>
                <a:latin typeface="Arial"/>
                <a:ea typeface="Arial"/>
                <a:cs typeface="Arial"/>
              </a:defRPr>
            </a:defPPr>
            <a:lvl1pPr algn="l">
              <a:defRPr sz="1725" b="0">
                <a:solidFill>
                  <a:srgbClr val="34595D"/>
                </a:solidFill>
                <a:latin typeface="Arial"/>
                <a:ea typeface="Arial"/>
                <a:cs typeface="Arial"/>
              </a:defRPr>
            </a:lvl1pPr>
            <a:lvl2pPr algn="l">
              <a:defRPr sz="1725" b="0">
                <a:solidFill>
                  <a:srgbClr val="34595D"/>
                </a:solidFill>
                <a:latin typeface="Arial"/>
                <a:ea typeface="Arial"/>
                <a:cs typeface="Arial"/>
              </a:defRPr>
            </a:lvl2pPr>
            <a:lvl3pPr algn="l">
              <a:defRPr sz="1725" b="0">
                <a:solidFill>
                  <a:srgbClr val="34595D"/>
                </a:solidFill>
                <a:latin typeface="Arial"/>
                <a:ea typeface="Arial"/>
                <a:cs typeface="Arial"/>
              </a:defRPr>
            </a:lvl3pPr>
            <a:lvl4pPr algn="l">
              <a:defRPr sz="1725" b="0">
                <a:solidFill>
                  <a:srgbClr val="34595D"/>
                </a:solidFill>
                <a:latin typeface="Arial"/>
                <a:ea typeface="Arial"/>
                <a:cs typeface="Arial"/>
              </a:defRPr>
            </a:lvl4pPr>
            <a:lvl5pPr algn="l">
              <a:defRPr sz="1725" b="0">
                <a:solidFill>
                  <a:srgbClr val="34595D"/>
                </a:solidFill>
                <a:latin typeface="Arial"/>
                <a:ea typeface="Arial"/>
                <a:cs typeface="Arial"/>
              </a:defRPr>
            </a:lvl5pPr>
            <a:lvl6pPr algn="l">
              <a:defRPr sz="1725" b="0">
                <a:solidFill>
                  <a:srgbClr val="34595D"/>
                </a:solidFill>
                <a:latin typeface="Arial"/>
                <a:ea typeface="Arial"/>
                <a:cs typeface="Arial"/>
              </a:defRPr>
            </a:lvl6pPr>
            <a:lvl7pPr algn="l">
              <a:defRPr sz="1725" b="0">
                <a:solidFill>
                  <a:srgbClr val="34595D"/>
                </a:solidFill>
                <a:latin typeface="Arial"/>
                <a:ea typeface="Arial"/>
                <a:cs typeface="Arial"/>
              </a:defRPr>
            </a:lvl7pPr>
            <a:lvl8pPr algn="l">
              <a:defRPr sz="1725" b="0">
                <a:solidFill>
                  <a:srgbClr val="34595D"/>
                </a:solidFill>
                <a:latin typeface="Arial"/>
                <a:ea typeface="Arial"/>
                <a:cs typeface="Arial"/>
              </a:defRPr>
            </a:lvl8pPr>
            <a:lvl9pPr algn="l">
              <a:defRPr sz="1725" b="0">
                <a:solidFill>
                  <a:srgbClr val="34595D"/>
                </a:solidFill>
                <a:latin typeface="Arial"/>
                <a:ea typeface="Arial"/>
                <a:cs typeface="Arial"/>
              </a:defRPr>
            </a:lvl9pPr>
          </a:lstStyle>
          <a:p xmlns:a="http://schemas.openxmlformats.org/drawingml/2006/main">
            <a:pPr algn="l">
              <a:lnSpc>
                <a:spcPct val="104000"/>
              </a:lnSpc>
              <a:buNone/>
              <a:defRPr sz="1725" b="0">
                <a:solidFill>
                  <a:srgbClr val="34595D"/>
                </a:solidFill>
                <a:latin typeface="Arial"/>
                <a:ea typeface="Arial"/>
                <a:cs typeface="Arial"/>
              </a:defRPr>
            </a:pPr>
            <a:r>
              <a:rPr sz="1725" b="0">
                <a:solidFill>
                  <a:srgbClr val="34595D"/>
                </a:solidFill>
                <a:latin typeface="Arial"/>
                <a:ea typeface="Arial"/>
                <a:cs typeface="Arial"/>
              </a:rPr>
              <a:t>One context evaluation feeds deterministic rule matching and fragment composition.</a:t>
            </a:r>
          </a:p>
        </p:txBody>
      </p:sp>
      <p:sp>
        <p:nvSpPr>
          <p:cNvPr id="3" name="">
            <a:extLst xmlns:a="http://schemas.openxmlformats.org/drawingml/2006/main">
              <a:ext uri="{FF2B5EF4-FFF2-40B4-BE49-F238E27FC236}">
                <a16:creationId xmlns:a16="http://schemas.microsoft.com/office/drawing/2014/main" id="{34429968-8940-4C88-9E0B-92B39B9451AD}"/>
              </a:ext>
            </a:extLst>
          </p:cNvPr>
          <p:cNvSpPr>
            <a:spLocks xmlns:a="http://schemas.openxmlformats.org/drawingml/2006/main" noGrp="1"/>
          </p:cNvSpPr>
          <p:nvPr/>
        </p:nvSpPr>
        <p:spPr>
          <a:xfrm xmlns:a="http://schemas.openxmlformats.org/drawingml/2006/main">
            <a:off x="723900" y="6429375"/>
            <a:ext cx="10744200" cy="0"/>
          </a:xfrm>
          <a:prstGeom xmlns:a="http://schemas.openxmlformats.org/drawingml/2006/main" prst="line">
            <a:avLst/>
          </a:prstGeom>
          <a:noFill xmlns:a="http://schemas.openxmlformats.org/drawingml/2006/main"/>
          <a:ln xmlns:a="http://schemas.openxmlformats.org/drawingml/2006/main" w="9525">
            <a:solidFill>
              <a:srgbClr val="CAD8D4"/>
            </a:solidFill>
            <a:prstDash val="solid"/>
          </a:ln>
        </p:spPr>
      </p:sp>
      <p:sp>
        <p:nvSpPr>
          <p:cNvPr id="4" name="page-3">
            <a:extLst xmlns:a="http://schemas.openxmlformats.org/drawingml/2006/main">
              <a:ext uri="{FF2B5EF4-FFF2-40B4-BE49-F238E27FC236}">
                <a16:creationId xmlns:a16="http://schemas.microsoft.com/office/drawing/2014/main" id="{417D7614-27BB-4D7F-BAAE-EA9AE6CA115C}"/>
              </a:ext>
            </a:extLst>
          </p:cNvPr>
          <p:cNvSpPr>
            <a:spLocks xmlns:a="http://schemas.openxmlformats.org/drawingml/2006/main" noGrp="1"/>
          </p:cNvSpPr>
          <p:nvPr/>
        </p:nvSpPr>
        <p:spPr>
          <a:xfrm xmlns:a="http://schemas.openxmlformats.org/drawingml/2006/main">
            <a:off x="10629900" y="6505575"/>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125" b="0">
                <a:solidFill>
                  <a:srgbClr val="5C7474"/>
                </a:solidFill>
                <a:latin typeface="Arial"/>
                <a:ea typeface="Arial"/>
                <a:cs typeface="Arial"/>
              </a:defRPr>
            </a:defPPr>
            <a:lvl1pPr algn="r">
              <a:defRPr sz="1125" b="0">
                <a:solidFill>
                  <a:srgbClr val="5C7474"/>
                </a:solidFill>
                <a:latin typeface="Arial"/>
                <a:ea typeface="Arial"/>
                <a:cs typeface="Arial"/>
              </a:defRPr>
            </a:lvl1pPr>
            <a:lvl2pPr algn="r">
              <a:defRPr sz="1125" b="0">
                <a:solidFill>
                  <a:srgbClr val="5C7474"/>
                </a:solidFill>
                <a:latin typeface="Arial"/>
                <a:ea typeface="Arial"/>
                <a:cs typeface="Arial"/>
              </a:defRPr>
            </a:lvl2pPr>
            <a:lvl3pPr algn="r">
              <a:defRPr sz="1125" b="0">
                <a:solidFill>
                  <a:srgbClr val="5C7474"/>
                </a:solidFill>
                <a:latin typeface="Arial"/>
                <a:ea typeface="Arial"/>
                <a:cs typeface="Arial"/>
              </a:defRPr>
            </a:lvl3pPr>
            <a:lvl4pPr algn="r">
              <a:defRPr sz="1125" b="0">
                <a:solidFill>
                  <a:srgbClr val="5C7474"/>
                </a:solidFill>
                <a:latin typeface="Arial"/>
                <a:ea typeface="Arial"/>
                <a:cs typeface="Arial"/>
              </a:defRPr>
            </a:lvl4pPr>
            <a:lvl5pPr algn="r">
              <a:defRPr sz="1125" b="0">
                <a:solidFill>
                  <a:srgbClr val="5C7474"/>
                </a:solidFill>
                <a:latin typeface="Arial"/>
                <a:ea typeface="Arial"/>
                <a:cs typeface="Arial"/>
              </a:defRPr>
            </a:lvl5pPr>
            <a:lvl6pPr algn="r">
              <a:defRPr sz="1125" b="0">
                <a:solidFill>
                  <a:srgbClr val="5C7474"/>
                </a:solidFill>
                <a:latin typeface="Arial"/>
                <a:ea typeface="Arial"/>
                <a:cs typeface="Arial"/>
              </a:defRPr>
            </a:lvl6pPr>
            <a:lvl7pPr algn="r">
              <a:defRPr sz="1125" b="0">
                <a:solidFill>
                  <a:srgbClr val="5C7474"/>
                </a:solidFill>
                <a:latin typeface="Arial"/>
                <a:ea typeface="Arial"/>
                <a:cs typeface="Arial"/>
              </a:defRPr>
            </a:lvl7pPr>
            <a:lvl8pPr algn="r">
              <a:defRPr sz="1125" b="0">
                <a:solidFill>
                  <a:srgbClr val="5C7474"/>
                </a:solidFill>
                <a:latin typeface="Arial"/>
                <a:ea typeface="Arial"/>
                <a:cs typeface="Arial"/>
              </a:defRPr>
            </a:lvl8pPr>
            <a:lvl9pPr algn="r">
              <a:defRPr sz="1125" b="0">
                <a:solidFill>
                  <a:srgbClr val="5C7474"/>
                </a:solidFill>
                <a:latin typeface="Arial"/>
                <a:ea typeface="Arial"/>
                <a:cs typeface="Arial"/>
              </a:defRPr>
            </a:lvl9pPr>
          </a:lstStyle>
          <a:p xmlns:a="http://schemas.openxmlformats.org/drawingml/2006/main">
            <a:pPr algn="r">
              <a:lnSpc>
                <a:spcPct val="104000"/>
              </a:lnSpc>
              <a:buNone/>
              <a:defRPr sz="1125" b="0">
                <a:solidFill>
                  <a:srgbClr val="5C7474"/>
                </a:solidFill>
                <a:latin typeface="Arial"/>
                <a:ea typeface="Arial"/>
                <a:cs typeface="Arial"/>
              </a:defRPr>
            </a:pPr>
            <a:r>
              <a:rPr sz="1125" b="0">
                <a:solidFill>
                  <a:srgbClr val="5C7474"/>
                </a:solidFill>
                <a:latin typeface="Arial"/>
                <a:ea typeface="Arial"/>
                <a:cs typeface="Arial"/>
              </a:rPr>
              <a:t>03 / 04</a:t>
            </a:r>
          </a:p>
        </p:txBody>
      </p:sp>
      <p:sp>
        <p:nvSpPr>
          <p:cNvPr id="5" name="tree-root">
            <a:extLst xmlns:a="http://schemas.openxmlformats.org/drawingml/2006/main">
              <a:ext uri="{FF2B5EF4-FFF2-40B4-BE49-F238E27FC236}">
                <a16:creationId xmlns:a16="http://schemas.microsoft.com/office/drawing/2014/main" id="{7C9370AA-0404-4CC8-9B1F-2A8535B4AF1F}"/>
              </a:ext>
            </a:extLst>
          </p:cNvPr>
          <p:cNvSpPr>
            <a:spLocks xmlns:a="http://schemas.openxmlformats.org/drawingml/2006/main" noGrp="1"/>
          </p:cNvSpPr>
          <p:nvPr/>
        </p:nvSpPr>
        <p:spPr>
          <a:xfrm xmlns:a="http://schemas.openxmlformats.org/drawingml/2006/main">
            <a:off x="685800" y="1857375"/>
            <a:ext cx="4095750" cy="619125"/>
          </a:xfrm>
          <a:prstGeom xmlns:a="http://schemas.openxmlformats.org/drawingml/2006/main" prst="roundRect">
            <a:avLst>
              <a:gd name="adj" fmla="val 13846"/>
            </a:avLst>
          </a:prstGeom>
          <a:solidFill xmlns:a="http://schemas.openxmlformats.org/drawingml/2006/main">
            <a:srgbClr val="17393C"/>
          </a:solidFill>
          <a:ln xmlns:a="http://schemas.openxmlformats.org/drawingml/2006/main" w="9525">
            <a:solidFill>
              <a:srgbClr val="17393C"/>
            </a:solidFill>
            <a:prstDash val="solid"/>
          </a:ln>
        </p:spPr>
      </p:sp>
      <p:sp>
        <p:nvSpPr>
          <p:cNvPr id="6" name="tree-root-label">
            <a:extLst xmlns:a="http://schemas.openxmlformats.org/drawingml/2006/main">
              <a:ext uri="{FF2B5EF4-FFF2-40B4-BE49-F238E27FC236}">
                <a16:creationId xmlns:a16="http://schemas.microsoft.com/office/drawing/2014/main" id="{E144A0E9-452A-4A55-BA68-5C540417AFB3}"/>
              </a:ext>
            </a:extLst>
          </p:cNvPr>
          <p:cNvSpPr>
            <a:spLocks xmlns:a="http://schemas.openxmlformats.org/drawingml/2006/main" noGrp="1"/>
          </p:cNvSpPr>
          <p:nvPr/>
        </p:nvSpPr>
        <p:spPr>
          <a:xfrm xmlns:a="http://schemas.openxmlformats.org/drawingml/2006/main">
            <a:off x="847725" y="1933575"/>
            <a:ext cx="3790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FFFFFF"/>
                </a:solidFill>
                <a:latin typeface="Arial"/>
                <a:ea typeface="Arial"/>
                <a:cs typeface="Arial"/>
              </a:defRPr>
            </a:defPPr>
            <a:lvl1pPr algn="l">
              <a:defRPr sz="1275" b="1">
                <a:solidFill>
                  <a:srgbClr val="FFFFFF"/>
                </a:solidFill>
                <a:latin typeface="Arial"/>
                <a:ea typeface="Arial"/>
                <a:cs typeface="Arial"/>
              </a:defRPr>
            </a:lvl1pPr>
            <a:lvl2pPr algn="l">
              <a:defRPr sz="1275" b="1">
                <a:solidFill>
                  <a:srgbClr val="FFFFFF"/>
                </a:solidFill>
                <a:latin typeface="Arial"/>
                <a:ea typeface="Arial"/>
                <a:cs typeface="Arial"/>
              </a:defRPr>
            </a:lvl2pPr>
            <a:lvl3pPr algn="l">
              <a:defRPr sz="1275" b="1">
                <a:solidFill>
                  <a:srgbClr val="FFFFFF"/>
                </a:solidFill>
                <a:latin typeface="Arial"/>
                <a:ea typeface="Arial"/>
                <a:cs typeface="Arial"/>
              </a:defRPr>
            </a:lvl3pPr>
            <a:lvl4pPr algn="l">
              <a:defRPr sz="1275" b="1">
                <a:solidFill>
                  <a:srgbClr val="FFFFFF"/>
                </a:solidFill>
                <a:latin typeface="Arial"/>
                <a:ea typeface="Arial"/>
                <a:cs typeface="Arial"/>
              </a:defRPr>
            </a:lvl4pPr>
            <a:lvl5pPr algn="l">
              <a:defRPr sz="1275" b="1">
                <a:solidFill>
                  <a:srgbClr val="FFFFFF"/>
                </a:solidFill>
                <a:latin typeface="Arial"/>
                <a:ea typeface="Arial"/>
                <a:cs typeface="Arial"/>
              </a:defRPr>
            </a:lvl5pPr>
            <a:lvl6pPr algn="l">
              <a:defRPr sz="1275" b="1">
                <a:solidFill>
                  <a:srgbClr val="FFFFFF"/>
                </a:solidFill>
                <a:latin typeface="Arial"/>
                <a:ea typeface="Arial"/>
                <a:cs typeface="Arial"/>
              </a:defRPr>
            </a:lvl6pPr>
            <a:lvl7pPr algn="l">
              <a:defRPr sz="1275" b="1">
                <a:solidFill>
                  <a:srgbClr val="FFFFFF"/>
                </a:solidFill>
                <a:latin typeface="Arial"/>
                <a:ea typeface="Arial"/>
                <a:cs typeface="Arial"/>
              </a:defRPr>
            </a:lvl7pPr>
            <a:lvl8pPr algn="l">
              <a:defRPr sz="1275" b="1">
                <a:solidFill>
                  <a:srgbClr val="FFFFFF"/>
                </a:solidFill>
                <a:latin typeface="Arial"/>
                <a:ea typeface="Arial"/>
                <a:cs typeface="Arial"/>
              </a:defRPr>
            </a:lvl8pPr>
            <a:lvl9pPr algn="l">
              <a:defRPr sz="1275" b="1">
                <a:solidFill>
                  <a:srgbClr val="FFFFFF"/>
                </a:solidFill>
                <a:latin typeface="Arial"/>
                <a:ea typeface="Arial"/>
                <a:cs typeface="Arial"/>
              </a:defRPr>
            </a:lvl9pPr>
          </a:lstStyle>
          <a:p xmlns:a="http://schemas.openxmlformats.org/drawingml/2006/main">
            <a:pPr algn="l">
              <a:lnSpc>
                <a:spcPct val="104000"/>
              </a:lnSpc>
              <a:buNone/>
              <a:defRPr sz="1275" b="1">
                <a:solidFill>
                  <a:srgbClr val="FFFFFF"/>
                </a:solidFill>
                <a:latin typeface="Arial"/>
                <a:ea typeface="Arial"/>
                <a:cs typeface="Arial"/>
              </a:defRPr>
            </a:pPr>
            <a:r>
              <a:rPr sz="1275" b="1">
                <a:solidFill>
                  <a:srgbClr val="FFFFFF"/>
                </a:solidFill>
                <a:latin typeface="Arial"/>
                <a:ea typeface="Arial"/>
                <a:cs typeface="Arial"/>
              </a:rPr>
              <a:t>0   GENERAL GUIDANCE</a:t>
            </a:r>
          </a:p>
        </p:txBody>
      </p:sp>
      <p:sp>
        <p:nvSpPr>
          <p:cNvPr id="7" name="tree-root-detail">
            <a:extLst xmlns:a="http://schemas.openxmlformats.org/drawingml/2006/main">
              <a:ext uri="{FF2B5EF4-FFF2-40B4-BE49-F238E27FC236}">
                <a16:creationId xmlns:a16="http://schemas.microsoft.com/office/drawing/2014/main" id="{6F92B891-053F-40DB-8659-DD9ACD665F41}"/>
              </a:ext>
            </a:extLst>
          </p:cNvPr>
          <p:cNvSpPr>
            <a:spLocks xmlns:a="http://schemas.openxmlformats.org/drawingml/2006/main" noGrp="1"/>
          </p:cNvSpPr>
          <p:nvPr/>
        </p:nvSpPr>
        <p:spPr>
          <a:xfrm xmlns:a="http://schemas.openxmlformats.org/drawingml/2006/main">
            <a:off x="847725" y="2181225"/>
            <a:ext cx="37909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0">
                <a:solidFill>
                  <a:srgbClr val="FFFFFF"/>
                </a:solidFill>
                <a:latin typeface="Arial"/>
                <a:ea typeface="Arial"/>
                <a:cs typeface="Arial"/>
              </a:defRPr>
            </a:defPPr>
            <a:lvl1pPr algn="l">
              <a:defRPr sz="1650" b="0">
                <a:solidFill>
                  <a:srgbClr val="FFFFFF"/>
                </a:solidFill>
                <a:latin typeface="Arial"/>
                <a:ea typeface="Arial"/>
                <a:cs typeface="Arial"/>
              </a:defRPr>
            </a:lvl1pPr>
            <a:lvl2pPr algn="l">
              <a:defRPr sz="1650" b="0">
                <a:solidFill>
                  <a:srgbClr val="FFFFFF"/>
                </a:solidFill>
                <a:latin typeface="Arial"/>
                <a:ea typeface="Arial"/>
                <a:cs typeface="Arial"/>
              </a:defRPr>
            </a:lvl2pPr>
            <a:lvl3pPr algn="l">
              <a:defRPr sz="1650" b="0">
                <a:solidFill>
                  <a:srgbClr val="FFFFFF"/>
                </a:solidFill>
                <a:latin typeface="Arial"/>
                <a:ea typeface="Arial"/>
                <a:cs typeface="Arial"/>
              </a:defRPr>
            </a:lvl3pPr>
            <a:lvl4pPr algn="l">
              <a:defRPr sz="1650" b="0">
                <a:solidFill>
                  <a:srgbClr val="FFFFFF"/>
                </a:solidFill>
                <a:latin typeface="Arial"/>
                <a:ea typeface="Arial"/>
                <a:cs typeface="Arial"/>
              </a:defRPr>
            </a:lvl4pPr>
            <a:lvl5pPr algn="l">
              <a:defRPr sz="1650" b="0">
                <a:solidFill>
                  <a:srgbClr val="FFFFFF"/>
                </a:solidFill>
                <a:latin typeface="Arial"/>
                <a:ea typeface="Arial"/>
                <a:cs typeface="Arial"/>
              </a:defRPr>
            </a:lvl5pPr>
            <a:lvl6pPr algn="l">
              <a:defRPr sz="1650" b="0">
                <a:solidFill>
                  <a:srgbClr val="FFFFFF"/>
                </a:solidFill>
                <a:latin typeface="Arial"/>
                <a:ea typeface="Arial"/>
                <a:cs typeface="Arial"/>
              </a:defRPr>
            </a:lvl6pPr>
            <a:lvl7pPr algn="l">
              <a:defRPr sz="1650" b="0">
                <a:solidFill>
                  <a:srgbClr val="FFFFFF"/>
                </a:solidFill>
                <a:latin typeface="Arial"/>
                <a:ea typeface="Arial"/>
                <a:cs typeface="Arial"/>
              </a:defRPr>
            </a:lvl7pPr>
            <a:lvl8pPr algn="l">
              <a:defRPr sz="1650" b="0">
                <a:solidFill>
                  <a:srgbClr val="FFFFFF"/>
                </a:solidFill>
                <a:latin typeface="Arial"/>
                <a:ea typeface="Arial"/>
                <a:cs typeface="Arial"/>
              </a:defRPr>
            </a:lvl8pPr>
            <a:lvl9pPr algn="l">
              <a:defRPr sz="1650" b="0">
                <a:solidFill>
                  <a:srgbClr val="FFFFFF"/>
                </a:solidFill>
                <a:latin typeface="Arial"/>
                <a:ea typeface="Arial"/>
                <a:cs typeface="Arial"/>
              </a:defRPr>
            </a:lvl9pPr>
          </a:lstStyle>
          <a:p xmlns:a="http://schemas.openxmlformats.org/drawingml/2006/main">
            <a:pPr algn="l">
              <a:lnSpc>
                <a:spcPct val="104000"/>
              </a:lnSpc>
              <a:buNone/>
              <a:defRPr sz="1650" b="0">
                <a:solidFill>
                  <a:srgbClr val="FFFFFF"/>
                </a:solidFill>
                <a:latin typeface="Arial"/>
                <a:ea typeface="Arial"/>
                <a:cs typeface="Arial"/>
              </a:defRPr>
            </a:pPr>
            <a:r>
              <a:rPr sz="1650" b="0">
                <a:solidFill>
                  <a:srgbClr val="FFFFFF"/>
                </a:solidFill>
                <a:latin typeface="Arial"/>
                <a:ea typeface="Arial"/>
                <a:cs typeface="Arial"/>
              </a:rPr>
              <a:t>Base skill fragments</a:t>
            </a:r>
          </a:p>
        </p:txBody>
      </p:sp>
      <p:sp>
        <p:nvSpPr>
          <p:cNvPr id="8" name="tree-scope">
            <a:extLst xmlns:a="http://schemas.openxmlformats.org/drawingml/2006/main">
              <a:ext uri="{FF2B5EF4-FFF2-40B4-BE49-F238E27FC236}">
                <a16:creationId xmlns:a16="http://schemas.microsoft.com/office/drawing/2014/main" id="{B194935B-B286-4E7D-AC73-D578FC7B20A4}"/>
              </a:ext>
            </a:extLst>
          </p:cNvPr>
          <p:cNvSpPr>
            <a:spLocks xmlns:a="http://schemas.openxmlformats.org/drawingml/2006/main" noGrp="1"/>
          </p:cNvSpPr>
          <p:nvPr/>
        </p:nvSpPr>
        <p:spPr>
          <a:xfrm xmlns:a="http://schemas.openxmlformats.org/drawingml/2006/main">
            <a:off x="1257300" y="2771775"/>
            <a:ext cx="4762500" cy="666750"/>
          </a:xfrm>
          <a:prstGeom xmlns:a="http://schemas.openxmlformats.org/drawingml/2006/main" prst="roundRect">
            <a:avLst>
              <a:gd name="adj" fmla="val 12857"/>
            </a:avLst>
          </a:prstGeom>
          <a:solidFill xmlns:a="http://schemas.openxmlformats.org/drawingml/2006/main">
            <a:srgbClr val="E5F2EF"/>
          </a:solidFill>
          <a:ln xmlns:a="http://schemas.openxmlformats.org/drawingml/2006/main" w="12383">
            <a:solidFill>
              <a:srgbClr val="CAD8D4"/>
            </a:solidFill>
            <a:prstDash val="solid"/>
          </a:ln>
        </p:spPr>
      </p:sp>
      <p:sp>
        <p:nvSpPr>
          <p:cNvPr id="9" name="tree-scope-label">
            <a:extLst xmlns:a="http://schemas.openxmlformats.org/drawingml/2006/main">
              <a:ext uri="{FF2B5EF4-FFF2-40B4-BE49-F238E27FC236}">
                <a16:creationId xmlns:a16="http://schemas.microsoft.com/office/drawing/2014/main" id="{E9420700-A38F-430C-B89F-64A739F7E0B4}"/>
              </a:ext>
            </a:extLst>
          </p:cNvPr>
          <p:cNvSpPr>
            <a:spLocks xmlns:a="http://schemas.openxmlformats.org/drawingml/2006/main" noGrp="1"/>
          </p:cNvSpPr>
          <p:nvPr/>
        </p:nvSpPr>
        <p:spPr>
          <a:xfrm xmlns:a="http://schemas.openxmlformats.org/drawingml/2006/main">
            <a:off x="1419225" y="2847975"/>
            <a:ext cx="4457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46A66"/>
                </a:solidFill>
                <a:latin typeface="Arial"/>
                <a:ea typeface="Arial"/>
                <a:cs typeface="Arial"/>
              </a:defRPr>
            </a:defPPr>
            <a:lvl1pPr algn="l">
              <a:defRPr sz="1275" b="1">
                <a:solidFill>
                  <a:srgbClr val="146A66"/>
                </a:solidFill>
                <a:latin typeface="Arial"/>
                <a:ea typeface="Arial"/>
                <a:cs typeface="Arial"/>
              </a:defRPr>
            </a:lvl1pPr>
            <a:lvl2pPr algn="l">
              <a:defRPr sz="1275" b="1">
                <a:solidFill>
                  <a:srgbClr val="146A66"/>
                </a:solidFill>
                <a:latin typeface="Arial"/>
                <a:ea typeface="Arial"/>
                <a:cs typeface="Arial"/>
              </a:defRPr>
            </a:lvl2pPr>
            <a:lvl3pPr algn="l">
              <a:defRPr sz="1275" b="1">
                <a:solidFill>
                  <a:srgbClr val="146A66"/>
                </a:solidFill>
                <a:latin typeface="Arial"/>
                <a:ea typeface="Arial"/>
                <a:cs typeface="Arial"/>
              </a:defRPr>
            </a:lvl3pPr>
            <a:lvl4pPr algn="l">
              <a:defRPr sz="1275" b="1">
                <a:solidFill>
                  <a:srgbClr val="146A66"/>
                </a:solidFill>
                <a:latin typeface="Arial"/>
                <a:ea typeface="Arial"/>
                <a:cs typeface="Arial"/>
              </a:defRPr>
            </a:lvl4pPr>
            <a:lvl5pPr algn="l">
              <a:defRPr sz="1275" b="1">
                <a:solidFill>
                  <a:srgbClr val="146A66"/>
                </a:solidFill>
                <a:latin typeface="Arial"/>
                <a:ea typeface="Arial"/>
                <a:cs typeface="Arial"/>
              </a:defRPr>
            </a:lvl5pPr>
            <a:lvl6pPr algn="l">
              <a:defRPr sz="1275" b="1">
                <a:solidFill>
                  <a:srgbClr val="146A66"/>
                </a:solidFill>
                <a:latin typeface="Arial"/>
                <a:ea typeface="Arial"/>
                <a:cs typeface="Arial"/>
              </a:defRPr>
            </a:lvl6pPr>
            <a:lvl7pPr algn="l">
              <a:defRPr sz="1275" b="1">
                <a:solidFill>
                  <a:srgbClr val="146A66"/>
                </a:solidFill>
                <a:latin typeface="Arial"/>
                <a:ea typeface="Arial"/>
                <a:cs typeface="Arial"/>
              </a:defRPr>
            </a:lvl7pPr>
            <a:lvl8pPr algn="l">
              <a:defRPr sz="1275" b="1">
                <a:solidFill>
                  <a:srgbClr val="146A66"/>
                </a:solidFill>
                <a:latin typeface="Arial"/>
                <a:ea typeface="Arial"/>
                <a:cs typeface="Arial"/>
              </a:defRPr>
            </a:lvl8pPr>
            <a:lvl9pPr algn="l">
              <a:defRPr sz="1275" b="1">
                <a:solidFill>
                  <a:srgbClr val="146A66"/>
                </a:solidFill>
                <a:latin typeface="Arial"/>
                <a:ea typeface="Arial"/>
                <a:cs typeface="Arial"/>
              </a:defRPr>
            </a:lvl9pPr>
          </a:lstStyle>
          <a:p xmlns:a="http://schemas.openxmlformats.org/drawingml/2006/main">
            <a:pPr algn="l">
              <a:lnSpc>
                <a:spcPct val="104000"/>
              </a:lnSpc>
              <a:buNone/>
              <a:defRPr sz="1275" b="1">
                <a:solidFill>
                  <a:srgbClr val="146A66"/>
                </a:solidFill>
                <a:latin typeface="Arial"/>
                <a:ea typeface="Arial"/>
                <a:cs typeface="Arial"/>
              </a:defRPr>
            </a:pPr>
            <a:r>
              <a:rPr sz="1275" b="1">
                <a:solidFill>
                  <a:srgbClr val="146A66"/>
                </a:solidFill>
                <a:latin typeface="Arial"/>
                <a:ea typeface="Arial"/>
                <a:cs typeface="Arial"/>
              </a:rPr>
              <a:t>1   WORKBOOK AGGREGATION</a:t>
            </a:r>
          </a:p>
        </p:txBody>
      </p:sp>
      <p:sp>
        <p:nvSpPr>
          <p:cNvPr id="10" name="tree-scope-detail">
            <a:extLst xmlns:a="http://schemas.openxmlformats.org/drawingml/2006/main">
              <a:ext uri="{FF2B5EF4-FFF2-40B4-BE49-F238E27FC236}">
                <a16:creationId xmlns:a16="http://schemas.microsoft.com/office/drawing/2014/main" id="{6594D8F3-D2E9-4A6F-8762-5E5807D86008}"/>
              </a:ext>
            </a:extLst>
          </p:cNvPr>
          <p:cNvSpPr>
            <a:spLocks xmlns:a="http://schemas.openxmlformats.org/drawingml/2006/main" noGrp="1"/>
          </p:cNvSpPr>
          <p:nvPr/>
        </p:nvSpPr>
        <p:spPr>
          <a:xfrm xmlns:a="http://schemas.openxmlformats.org/drawingml/2006/main">
            <a:off x="1419225" y="3095625"/>
            <a:ext cx="4457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0">
                <a:solidFill>
                  <a:srgbClr val="17393C"/>
                </a:solidFill>
                <a:latin typeface="Arial"/>
                <a:ea typeface="Arial"/>
                <a:cs typeface="Arial"/>
              </a:defRPr>
            </a:defPPr>
            <a:lvl1pPr algn="l">
              <a:defRPr sz="1650" b="0">
                <a:solidFill>
                  <a:srgbClr val="17393C"/>
                </a:solidFill>
                <a:latin typeface="Arial"/>
                <a:ea typeface="Arial"/>
                <a:cs typeface="Arial"/>
              </a:defRPr>
            </a:lvl1pPr>
            <a:lvl2pPr algn="l">
              <a:defRPr sz="1650" b="0">
                <a:solidFill>
                  <a:srgbClr val="17393C"/>
                </a:solidFill>
                <a:latin typeface="Arial"/>
                <a:ea typeface="Arial"/>
                <a:cs typeface="Arial"/>
              </a:defRPr>
            </a:lvl2pPr>
            <a:lvl3pPr algn="l">
              <a:defRPr sz="1650" b="0">
                <a:solidFill>
                  <a:srgbClr val="17393C"/>
                </a:solidFill>
                <a:latin typeface="Arial"/>
                <a:ea typeface="Arial"/>
                <a:cs typeface="Arial"/>
              </a:defRPr>
            </a:lvl3pPr>
            <a:lvl4pPr algn="l">
              <a:defRPr sz="1650" b="0">
                <a:solidFill>
                  <a:srgbClr val="17393C"/>
                </a:solidFill>
                <a:latin typeface="Arial"/>
                <a:ea typeface="Arial"/>
                <a:cs typeface="Arial"/>
              </a:defRPr>
            </a:lvl4pPr>
            <a:lvl5pPr algn="l">
              <a:defRPr sz="1650" b="0">
                <a:solidFill>
                  <a:srgbClr val="17393C"/>
                </a:solidFill>
                <a:latin typeface="Arial"/>
                <a:ea typeface="Arial"/>
                <a:cs typeface="Arial"/>
              </a:defRPr>
            </a:lvl5pPr>
            <a:lvl6pPr algn="l">
              <a:defRPr sz="1650" b="0">
                <a:solidFill>
                  <a:srgbClr val="17393C"/>
                </a:solidFill>
                <a:latin typeface="Arial"/>
                <a:ea typeface="Arial"/>
                <a:cs typeface="Arial"/>
              </a:defRPr>
            </a:lvl6pPr>
            <a:lvl7pPr algn="l">
              <a:defRPr sz="1650" b="0">
                <a:solidFill>
                  <a:srgbClr val="17393C"/>
                </a:solidFill>
                <a:latin typeface="Arial"/>
                <a:ea typeface="Arial"/>
                <a:cs typeface="Arial"/>
              </a:defRPr>
            </a:lvl7pPr>
            <a:lvl8pPr algn="l">
              <a:defRPr sz="1650" b="0">
                <a:solidFill>
                  <a:srgbClr val="17393C"/>
                </a:solidFill>
                <a:latin typeface="Arial"/>
                <a:ea typeface="Arial"/>
                <a:cs typeface="Arial"/>
              </a:defRPr>
            </a:lvl8pPr>
            <a:lvl9pPr algn="l">
              <a:defRPr sz="1650" b="0">
                <a:solidFill>
                  <a:srgbClr val="17393C"/>
                </a:solidFill>
                <a:latin typeface="Arial"/>
                <a:ea typeface="Arial"/>
                <a:cs typeface="Arial"/>
              </a:defRPr>
            </a:lvl9pPr>
          </a:lstStyle>
          <a:p xmlns:a="http://schemas.openxmlformats.org/drawingml/2006/main">
            <a:pPr algn="l">
              <a:lnSpc>
                <a:spcPct val="104000"/>
              </a:lnSpc>
              <a:buNone/>
              <a:defRPr sz="1650" b="0">
                <a:solidFill>
                  <a:srgbClr val="17393C"/>
                </a:solidFill>
                <a:latin typeface="Arial"/>
                <a:ea typeface="Arial"/>
                <a:cs typeface="Arial"/>
              </a:defRPr>
            </a:pPr>
            <a:r>
              <a:rPr sz="1650" b="0">
                <a:solidFill>
                  <a:srgbClr val="17393C"/>
                </a:solidFill>
                <a:latin typeface="Arial"/>
                <a:ea typeface="Arial"/>
                <a:cs typeface="Arial"/>
              </a:rPr>
              <a:t>Procedure scope</a:t>
            </a:r>
          </a:p>
        </p:txBody>
      </p:sp>
      <p:sp>
        <p:nvSpPr>
          <p:cNvPr id="11" name="tree-formula">
            <a:extLst xmlns:a="http://schemas.openxmlformats.org/drawingml/2006/main">
              <a:ext uri="{FF2B5EF4-FFF2-40B4-BE49-F238E27FC236}">
                <a16:creationId xmlns:a16="http://schemas.microsoft.com/office/drawing/2014/main" id="{E70CA425-A3A3-47E7-8B87-A7ED996A6F60}"/>
              </a:ext>
            </a:extLst>
          </p:cNvPr>
          <p:cNvSpPr>
            <a:spLocks xmlns:a="http://schemas.openxmlformats.org/drawingml/2006/main" noGrp="1"/>
          </p:cNvSpPr>
          <p:nvPr/>
        </p:nvSpPr>
        <p:spPr>
          <a:xfrm xmlns:a="http://schemas.openxmlformats.org/drawingml/2006/main">
            <a:off x="1828800" y="3752850"/>
            <a:ext cx="4953000" cy="800100"/>
          </a:xfrm>
          <a:prstGeom xmlns:a="http://schemas.openxmlformats.org/drawingml/2006/main" prst="roundRect">
            <a:avLst>
              <a:gd name="adj" fmla="val 10714"/>
            </a:avLst>
          </a:prstGeom>
          <a:solidFill xmlns:a="http://schemas.openxmlformats.org/drawingml/2006/main">
            <a:srgbClr val="F8F0E2"/>
          </a:solidFill>
          <a:ln xmlns:a="http://schemas.openxmlformats.org/drawingml/2006/main" w="12383">
            <a:solidFill>
              <a:srgbClr val="CAD8D4"/>
            </a:solidFill>
            <a:prstDash val="solid"/>
          </a:ln>
        </p:spPr>
      </p:sp>
      <p:sp>
        <p:nvSpPr>
          <p:cNvPr id="12" name="tree-formula-label">
            <a:extLst xmlns:a="http://schemas.openxmlformats.org/drawingml/2006/main">
              <a:ext uri="{FF2B5EF4-FFF2-40B4-BE49-F238E27FC236}">
                <a16:creationId xmlns:a16="http://schemas.microsoft.com/office/drawing/2014/main" id="{C371F9D9-272D-4CB7-BCFA-3C5838A54D2B}"/>
              </a:ext>
            </a:extLst>
          </p:cNvPr>
          <p:cNvSpPr>
            <a:spLocks xmlns:a="http://schemas.openxmlformats.org/drawingml/2006/main" noGrp="1"/>
          </p:cNvSpPr>
          <p:nvPr/>
        </p:nvSpPr>
        <p:spPr>
          <a:xfrm xmlns:a="http://schemas.openxmlformats.org/drawingml/2006/main">
            <a:off x="1990725" y="3829050"/>
            <a:ext cx="4648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B9802A"/>
                </a:solidFill>
                <a:latin typeface="Arial"/>
                <a:ea typeface="Arial"/>
                <a:cs typeface="Arial"/>
              </a:defRPr>
            </a:defPPr>
            <a:lvl1pPr algn="l">
              <a:defRPr sz="1275" b="1">
                <a:solidFill>
                  <a:srgbClr val="B9802A"/>
                </a:solidFill>
                <a:latin typeface="Arial"/>
                <a:ea typeface="Arial"/>
                <a:cs typeface="Arial"/>
              </a:defRPr>
            </a:lvl1pPr>
            <a:lvl2pPr algn="l">
              <a:defRPr sz="1275" b="1">
                <a:solidFill>
                  <a:srgbClr val="B9802A"/>
                </a:solidFill>
                <a:latin typeface="Arial"/>
                <a:ea typeface="Arial"/>
                <a:cs typeface="Arial"/>
              </a:defRPr>
            </a:lvl2pPr>
            <a:lvl3pPr algn="l">
              <a:defRPr sz="1275" b="1">
                <a:solidFill>
                  <a:srgbClr val="B9802A"/>
                </a:solidFill>
                <a:latin typeface="Arial"/>
                <a:ea typeface="Arial"/>
                <a:cs typeface="Arial"/>
              </a:defRPr>
            </a:lvl3pPr>
            <a:lvl4pPr algn="l">
              <a:defRPr sz="1275" b="1">
                <a:solidFill>
                  <a:srgbClr val="B9802A"/>
                </a:solidFill>
                <a:latin typeface="Arial"/>
                <a:ea typeface="Arial"/>
                <a:cs typeface="Arial"/>
              </a:defRPr>
            </a:lvl4pPr>
            <a:lvl5pPr algn="l">
              <a:defRPr sz="1275" b="1">
                <a:solidFill>
                  <a:srgbClr val="B9802A"/>
                </a:solidFill>
                <a:latin typeface="Arial"/>
                <a:ea typeface="Arial"/>
                <a:cs typeface="Arial"/>
              </a:defRPr>
            </a:lvl5pPr>
            <a:lvl6pPr algn="l">
              <a:defRPr sz="1275" b="1">
                <a:solidFill>
                  <a:srgbClr val="B9802A"/>
                </a:solidFill>
                <a:latin typeface="Arial"/>
                <a:ea typeface="Arial"/>
                <a:cs typeface="Arial"/>
              </a:defRPr>
            </a:lvl6pPr>
            <a:lvl7pPr algn="l">
              <a:defRPr sz="1275" b="1">
                <a:solidFill>
                  <a:srgbClr val="B9802A"/>
                </a:solidFill>
                <a:latin typeface="Arial"/>
                <a:ea typeface="Arial"/>
                <a:cs typeface="Arial"/>
              </a:defRPr>
            </a:lvl7pPr>
            <a:lvl8pPr algn="l">
              <a:defRPr sz="1275" b="1">
                <a:solidFill>
                  <a:srgbClr val="B9802A"/>
                </a:solidFill>
                <a:latin typeface="Arial"/>
                <a:ea typeface="Arial"/>
                <a:cs typeface="Arial"/>
              </a:defRPr>
            </a:lvl8pPr>
            <a:lvl9pPr algn="l">
              <a:defRPr sz="1275" b="1">
                <a:solidFill>
                  <a:srgbClr val="B9802A"/>
                </a:solidFill>
                <a:latin typeface="Arial"/>
                <a:ea typeface="Arial"/>
                <a:cs typeface="Arial"/>
              </a:defRPr>
            </a:lvl9pPr>
          </a:lstStyle>
          <a:p xmlns:a="http://schemas.openxmlformats.org/drawingml/2006/main">
            <a:pPr algn="l">
              <a:lnSpc>
                <a:spcPct val="104000"/>
              </a:lnSpc>
              <a:buNone/>
              <a:defRPr sz="1275" b="1">
                <a:solidFill>
                  <a:srgbClr val="B9802A"/>
                </a:solidFill>
                <a:latin typeface="Arial"/>
                <a:ea typeface="Arial"/>
                <a:cs typeface="Arial"/>
              </a:defRPr>
            </a:pPr>
            <a:r>
              <a:rPr sz="1275" b="1">
                <a:solidFill>
                  <a:srgbClr val="B9802A"/>
                </a:solidFill>
                <a:latin typeface="Arial"/>
                <a:ea typeface="Arial"/>
                <a:cs typeface="Arial"/>
              </a:rPr>
              <a:t>2   INPUT CONTAINS FORMULAS</a:t>
            </a:r>
          </a:p>
        </p:txBody>
      </p:sp>
      <p:sp>
        <p:nvSpPr>
          <p:cNvPr id="13" name="tree-formula-detail">
            <a:extLst xmlns:a="http://schemas.openxmlformats.org/drawingml/2006/main">
              <a:ext uri="{FF2B5EF4-FFF2-40B4-BE49-F238E27FC236}">
                <a16:creationId xmlns:a16="http://schemas.microsoft.com/office/drawing/2014/main" id="{6F6B8CD6-3DF6-48BF-BD89-AD6BC40FBB65}"/>
              </a:ext>
            </a:extLst>
          </p:cNvPr>
          <p:cNvSpPr>
            <a:spLocks xmlns:a="http://schemas.openxmlformats.org/drawingml/2006/main" noGrp="1"/>
          </p:cNvSpPr>
          <p:nvPr/>
        </p:nvSpPr>
        <p:spPr>
          <a:xfrm xmlns:a="http://schemas.openxmlformats.org/drawingml/2006/main">
            <a:off x="1990725" y="4076700"/>
            <a:ext cx="4648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0">
                <a:solidFill>
                  <a:srgbClr val="17393C"/>
                </a:solidFill>
                <a:latin typeface="Arial"/>
                <a:ea typeface="Arial"/>
                <a:cs typeface="Arial"/>
              </a:defRPr>
            </a:defPPr>
            <a:lvl1pPr algn="l">
              <a:defRPr sz="1650" b="0">
                <a:solidFill>
                  <a:srgbClr val="17393C"/>
                </a:solidFill>
                <a:latin typeface="Arial"/>
                <a:ea typeface="Arial"/>
                <a:cs typeface="Arial"/>
              </a:defRPr>
            </a:lvl1pPr>
            <a:lvl2pPr algn="l">
              <a:defRPr sz="1650" b="0">
                <a:solidFill>
                  <a:srgbClr val="17393C"/>
                </a:solidFill>
                <a:latin typeface="Arial"/>
                <a:ea typeface="Arial"/>
                <a:cs typeface="Arial"/>
              </a:defRPr>
            </a:lvl2pPr>
            <a:lvl3pPr algn="l">
              <a:defRPr sz="1650" b="0">
                <a:solidFill>
                  <a:srgbClr val="17393C"/>
                </a:solidFill>
                <a:latin typeface="Arial"/>
                <a:ea typeface="Arial"/>
                <a:cs typeface="Arial"/>
              </a:defRPr>
            </a:lvl3pPr>
            <a:lvl4pPr algn="l">
              <a:defRPr sz="1650" b="0">
                <a:solidFill>
                  <a:srgbClr val="17393C"/>
                </a:solidFill>
                <a:latin typeface="Arial"/>
                <a:ea typeface="Arial"/>
                <a:cs typeface="Arial"/>
              </a:defRPr>
            </a:lvl4pPr>
            <a:lvl5pPr algn="l">
              <a:defRPr sz="1650" b="0">
                <a:solidFill>
                  <a:srgbClr val="17393C"/>
                </a:solidFill>
                <a:latin typeface="Arial"/>
                <a:ea typeface="Arial"/>
                <a:cs typeface="Arial"/>
              </a:defRPr>
            </a:lvl5pPr>
            <a:lvl6pPr algn="l">
              <a:defRPr sz="1650" b="0">
                <a:solidFill>
                  <a:srgbClr val="17393C"/>
                </a:solidFill>
                <a:latin typeface="Arial"/>
                <a:ea typeface="Arial"/>
                <a:cs typeface="Arial"/>
              </a:defRPr>
            </a:lvl6pPr>
            <a:lvl7pPr algn="l">
              <a:defRPr sz="1650" b="0">
                <a:solidFill>
                  <a:srgbClr val="17393C"/>
                </a:solidFill>
                <a:latin typeface="Arial"/>
                <a:ea typeface="Arial"/>
                <a:cs typeface="Arial"/>
              </a:defRPr>
            </a:lvl7pPr>
            <a:lvl8pPr algn="l">
              <a:defRPr sz="1650" b="0">
                <a:solidFill>
                  <a:srgbClr val="17393C"/>
                </a:solidFill>
                <a:latin typeface="Arial"/>
                <a:ea typeface="Arial"/>
                <a:cs typeface="Arial"/>
              </a:defRPr>
            </a:lvl8pPr>
            <a:lvl9pPr algn="l">
              <a:defRPr sz="1650" b="0">
                <a:solidFill>
                  <a:srgbClr val="17393C"/>
                </a:solidFill>
                <a:latin typeface="Arial"/>
                <a:ea typeface="Arial"/>
                <a:cs typeface="Arial"/>
              </a:defRPr>
            </a:lvl9pPr>
          </a:lstStyle>
          <a:p xmlns:a="http://schemas.openxmlformats.org/drawingml/2006/main">
            <a:pPr algn="l">
              <a:lnSpc>
                <a:spcPct val="104000"/>
              </a:lnSpc>
              <a:buNone/>
              <a:defRPr sz="1650" b="0">
                <a:solidFill>
                  <a:srgbClr val="17393C"/>
                </a:solidFill>
                <a:latin typeface="Arial"/>
                <a:ea typeface="Arial"/>
                <a:cs typeface="Arial"/>
              </a:defRPr>
            </a:pPr>
            <a:r>
              <a:rPr sz="1650" b="0">
                <a:solidFill>
                  <a:srgbClr val="17393C"/>
                </a:solidFill>
                <a:latin typeface="Arial"/>
                <a:ea typeface="Arial"/>
                <a:cs typeface="Arial"/>
              </a:rPr>
              <a:t>Add formula-preserving writeback</a:t>
            </a:r>
          </a:p>
        </p:txBody>
      </p:sp>
      <p:sp>
        <p:nvSpPr>
          <p:cNvPr id="14" name="tree-values">
            <a:extLst xmlns:a="http://schemas.openxmlformats.org/drawingml/2006/main">
              <a:ext uri="{FF2B5EF4-FFF2-40B4-BE49-F238E27FC236}">
                <a16:creationId xmlns:a16="http://schemas.microsoft.com/office/drawing/2014/main" id="{8CA24AAF-C154-4FC2-B9D5-E3AF0F1B8ED3}"/>
              </a:ext>
            </a:extLst>
          </p:cNvPr>
          <p:cNvSpPr>
            <a:spLocks xmlns:a="http://schemas.openxmlformats.org/drawingml/2006/main" noGrp="1"/>
          </p:cNvSpPr>
          <p:nvPr/>
        </p:nvSpPr>
        <p:spPr>
          <a:xfrm xmlns:a="http://schemas.openxmlformats.org/drawingml/2006/main">
            <a:off x="2400300" y="4867275"/>
            <a:ext cx="4953000" cy="838200"/>
          </a:xfrm>
          <a:prstGeom xmlns:a="http://schemas.openxmlformats.org/drawingml/2006/main" prst="roundRect">
            <a:avLst>
              <a:gd name="adj" fmla="val 10227"/>
            </a:avLst>
          </a:prstGeom>
          <a:solidFill xmlns:a="http://schemas.openxmlformats.org/drawingml/2006/main">
            <a:srgbClr val="E9F1F5"/>
          </a:solidFill>
          <a:ln xmlns:a="http://schemas.openxmlformats.org/drawingml/2006/main" w="12383">
            <a:solidFill>
              <a:srgbClr val="CAD8D4"/>
            </a:solidFill>
            <a:prstDash val="solid"/>
          </a:ln>
        </p:spPr>
      </p:sp>
      <p:sp>
        <p:nvSpPr>
          <p:cNvPr id="15" name="tree-values-label">
            <a:extLst xmlns:a="http://schemas.openxmlformats.org/drawingml/2006/main">
              <a:ext uri="{FF2B5EF4-FFF2-40B4-BE49-F238E27FC236}">
                <a16:creationId xmlns:a16="http://schemas.microsoft.com/office/drawing/2014/main" id="{860F6420-3830-4A61-9168-D36A9AFB6400}"/>
              </a:ext>
            </a:extLst>
          </p:cNvPr>
          <p:cNvSpPr>
            <a:spLocks xmlns:a="http://schemas.openxmlformats.org/drawingml/2006/main" noGrp="1"/>
          </p:cNvSpPr>
          <p:nvPr/>
        </p:nvSpPr>
        <p:spPr>
          <a:xfrm xmlns:a="http://schemas.openxmlformats.org/drawingml/2006/main">
            <a:off x="2562225" y="4943475"/>
            <a:ext cx="4648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46A66"/>
                </a:solidFill>
                <a:latin typeface="Arial"/>
                <a:ea typeface="Arial"/>
                <a:cs typeface="Arial"/>
              </a:defRPr>
            </a:defPPr>
            <a:lvl1pPr algn="l">
              <a:defRPr sz="1275" b="1">
                <a:solidFill>
                  <a:srgbClr val="146A66"/>
                </a:solidFill>
                <a:latin typeface="Arial"/>
                <a:ea typeface="Arial"/>
                <a:cs typeface="Arial"/>
              </a:defRPr>
            </a:lvl1pPr>
            <a:lvl2pPr algn="l">
              <a:defRPr sz="1275" b="1">
                <a:solidFill>
                  <a:srgbClr val="146A66"/>
                </a:solidFill>
                <a:latin typeface="Arial"/>
                <a:ea typeface="Arial"/>
                <a:cs typeface="Arial"/>
              </a:defRPr>
            </a:lvl2pPr>
            <a:lvl3pPr algn="l">
              <a:defRPr sz="1275" b="1">
                <a:solidFill>
                  <a:srgbClr val="146A66"/>
                </a:solidFill>
                <a:latin typeface="Arial"/>
                <a:ea typeface="Arial"/>
                <a:cs typeface="Arial"/>
              </a:defRPr>
            </a:lvl3pPr>
            <a:lvl4pPr algn="l">
              <a:defRPr sz="1275" b="1">
                <a:solidFill>
                  <a:srgbClr val="146A66"/>
                </a:solidFill>
                <a:latin typeface="Arial"/>
                <a:ea typeface="Arial"/>
                <a:cs typeface="Arial"/>
              </a:defRPr>
            </a:lvl4pPr>
            <a:lvl5pPr algn="l">
              <a:defRPr sz="1275" b="1">
                <a:solidFill>
                  <a:srgbClr val="146A66"/>
                </a:solidFill>
                <a:latin typeface="Arial"/>
                <a:ea typeface="Arial"/>
                <a:cs typeface="Arial"/>
              </a:defRPr>
            </a:lvl5pPr>
            <a:lvl6pPr algn="l">
              <a:defRPr sz="1275" b="1">
                <a:solidFill>
                  <a:srgbClr val="146A66"/>
                </a:solidFill>
                <a:latin typeface="Arial"/>
                <a:ea typeface="Arial"/>
                <a:cs typeface="Arial"/>
              </a:defRPr>
            </a:lvl6pPr>
            <a:lvl7pPr algn="l">
              <a:defRPr sz="1275" b="1">
                <a:solidFill>
                  <a:srgbClr val="146A66"/>
                </a:solidFill>
                <a:latin typeface="Arial"/>
                <a:ea typeface="Arial"/>
                <a:cs typeface="Arial"/>
              </a:defRPr>
            </a:lvl7pPr>
            <a:lvl8pPr algn="l">
              <a:defRPr sz="1275" b="1">
                <a:solidFill>
                  <a:srgbClr val="146A66"/>
                </a:solidFill>
                <a:latin typeface="Arial"/>
                <a:ea typeface="Arial"/>
                <a:cs typeface="Arial"/>
              </a:defRPr>
            </a:lvl8pPr>
            <a:lvl9pPr algn="l">
              <a:defRPr sz="1275" b="1">
                <a:solidFill>
                  <a:srgbClr val="146A66"/>
                </a:solidFill>
                <a:latin typeface="Arial"/>
                <a:ea typeface="Arial"/>
                <a:cs typeface="Arial"/>
              </a:defRPr>
            </a:lvl9pPr>
          </a:lstStyle>
          <a:p xmlns:a="http://schemas.openxmlformats.org/drawingml/2006/main">
            <a:pPr algn="l">
              <a:lnSpc>
                <a:spcPct val="104000"/>
              </a:lnSpc>
              <a:buNone/>
              <a:defRPr sz="1275" b="1">
                <a:solidFill>
                  <a:srgbClr val="146A66"/>
                </a:solidFill>
                <a:latin typeface="Arial"/>
                <a:ea typeface="Arial"/>
                <a:cs typeface="Arial"/>
              </a:defRPr>
            </a:pPr>
            <a:r>
              <a:rPr sz="1275" b="1">
                <a:solidFill>
                  <a:srgbClr val="146A66"/>
                </a:solidFill>
                <a:latin typeface="Arial"/>
                <a:ea typeface="Arial"/>
                <a:cs typeface="Arial"/>
              </a:rPr>
              <a:t>3   FINAL VALUES REQUESTED</a:t>
            </a:r>
          </a:p>
        </p:txBody>
      </p:sp>
      <p:sp>
        <p:nvSpPr>
          <p:cNvPr id="16" name="tree-values-detail">
            <a:extLst xmlns:a="http://schemas.openxmlformats.org/drawingml/2006/main">
              <a:ext uri="{FF2B5EF4-FFF2-40B4-BE49-F238E27FC236}">
                <a16:creationId xmlns:a16="http://schemas.microsoft.com/office/drawing/2014/main" id="{E0962323-787D-40C7-BFAB-3F53AE5A33C8}"/>
              </a:ext>
            </a:extLst>
          </p:cNvPr>
          <p:cNvSpPr>
            <a:spLocks xmlns:a="http://schemas.openxmlformats.org/drawingml/2006/main" noGrp="1"/>
          </p:cNvSpPr>
          <p:nvPr/>
        </p:nvSpPr>
        <p:spPr>
          <a:xfrm xmlns:a="http://schemas.openxmlformats.org/drawingml/2006/main">
            <a:off x="2562225" y="5191125"/>
            <a:ext cx="4648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0">
                <a:solidFill>
                  <a:srgbClr val="17393C"/>
                </a:solidFill>
                <a:latin typeface="Arial"/>
                <a:ea typeface="Arial"/>
                <a:cs typeface="Arial"/>
              </a:defRPr>
            </a:defPPr>
            <a:lvl1pPr algn="l">
              <a:defRPr sz="1650" b="0">
                <a:solidFill>
                  <a:srgbClr val="17393C"/>
                </a:solidFill>
                <a:latin typeface="Arial"/>
                <a:ea typeface="Arial"/>
                <a:cs typeface="Arial"/>
              </a:defRPr>
            </a:lvl1pPr>
            <a:lvl2pPr algn="l">
              <a:defRPr sz="1650" b="0">
                <a:solidFill>
                  <a:srgbClr val="17393C"/>
                </a:solidFill>
                <a:latin typeface="Arial"/>
                <a:ea typeface="Arial"/>
                <a:cs typeface="Arial"/>
              </a:defRPr>
            </a:lvl2pPr>
            <a:lvl3pPr algn="l">
              <a:defRPr sz="1650" b="0">
                <a:solidFill>
                  <a:srgbClr val="17393C"/>
                </a:solidFill>
                <a:latin typeface="Arial"/>
                <a:ea typeface="Arial"/>
                <a:cs typeface="Arial"/>
              </a:defRPr>
            </a:lvl3pPr>
            <a:lvl4pPr algn="l">
              <a:defRPr sz="1650" b="0">
                <a:solidFill>
                  <a:srgbClr val="17393C"/>
                </a:solidFill>
                <a:latin typeface="Arial"/>
                <a:ea typeface="Arial"/>
                <a:cs typeface="Arial"/>
              </a:defRPr>
            </a:lvl4pPr>
            <a:lvl5pPr algn="l">
              <a:defRPr sz="1650" b="0">
                <a:solidFill>
                  <a:srgbClr val="17393C"/>
                </a:solidFill>
                <a:latin typeface="Arial"/>
                <a:ea typeface="Arial"/>
                <a:cs typeface="Arial"/>
              </a:defRPr>
            </a:lvl5pPr>
            <a:lvl6pPr algn="l">
              <a:defRPr sz="1650" b="0">
                <a:solidFill>
                  <a:srgbClr val="17393C"/>
                </a:solidFill>
                <a:latin typeface="Arial"/>
                <a:ea typeface="Arial"/>
                <a:cs typeface="Arial"/>
              </a:defRPr>
            </a:lvl6pPr>
            <a:lvl7pPr algn="l">
              <a:defRPr sz="1650" b="0">
                <a:solidFill>
                  <a:srgbClr val="17393C"/>
                </a:solidFill>
                <a:latin typeface="Arial"/>
                <a:ea typeface="Arial"/>
                <a:cs typeface="Arial"/>
              </a:defRPr>
            </a:lvl7pPr>
            <a:lvl8pPr algn="l">
              <a:defRPr sz="1650" b="0">
                <a:solidFill>
                  <a:srgbClr val="17393C"/>
                </a:solidFill>
                <a:latin typeface="Arial"/>
                <a:ea typeface="Arial"/>
                <a:cs typeface="Arial"/>
              </a:defRPr>
            </a:lvl8pPr>
            <a:lvl9pPr algn="l">
              <a:defRPr sz="1650" b="0">
                <a:solidFill>
                  <a:srgbClr val="17393C"/>
                </a:solidFill>
                <a:latin typeface="Arial"/>
                <a:ea typeface="Arial"/>
                <a:cs typeface="Arial"/>
              </a:defRPr>
            </a:lvl9pPr>
          </a:lstStyle>
          <a:p xmlns:a="http://schemas.openxmlformats.org/drawingml/2006/main">
            <a:pPr algn="l">
              <a:lnSpc>
                <a:spcPct val="104000"/>
              </a:lnSpc>
              <a:buNone/>
              <a:defRPr sz="1650" b="0">
                <a:solidFill>
                  <a:srgbClr val="17393C"/>
                </a:solidFill>
                <a:latin typeface="Arial"/>
                <a:ea typeface="Arial"/>
                <a:cs typeface="Arial"/>
              </a:defRPr>
            </a:pPr>
            <a:r>
              <a:rPr sz="1650" b="0">
                <a:solidFill>
                  <a:srgbClr val="17393C"/>
                </a:solidFill>
                <a:latin typeface="Arial"/>
                <a:ea typeface="Arial"/>
                <a:cs typeface="Arial"/>
              </a:rPr>
              <a:t>Remove that formula block; add values-only output</a:t>
            </a:r>
          </a:p>
        </p:txBody>
      </p:sp>
      <p:sp>
        <p:nvSpPr>
          <p:cNvPr id="20" name="">
            <a:extLst xmlns:a="http://schemas.openxmlformats.org/drawingml/2006/main">
              <a:ext uri="{FF2B5EF4-FFF2-40B4-BE49-F238E27FC236}">
                <a16:creationId xmlns:a16="http://schemas.microsoft.com/office/drawing/2014/main" id="{55681003-E34C-4130-B141-081FD433CDC4}"/>
              </a:ext>
            </a:extLst>
          </p:cNvPr>
          <p:cNvSpPr>
            <a:spLocks xmlns:a="http://schemas.openxmlformats.org/drawingml/2006/main" noGrp="1"/>
          </p:cNvSpPr>
          <p:nvPr/>
        </p:nvSpPr>
        <p:spPr>
          <a:xfrm xmlns:a="http://schemas.openxmlformats.org/drawingml/2006/main">
            <a:off x="7772400" y="1885950"/>
            <a:ext cx="0" cy="4057650"/>
          </a:xfrm>
          <a:prstGeom xmlns:a="http://schemas.openxmlformats.org/drawingml/2006/main" prst="line">
            <a:avLst/>
          </a:prstGeom>
          <a:noFill xmlns:a="http://schemas.openxmlformats.org/drawingml/2006/main"/>
          <a:ln xmlns:a="http://schemas.openxmlformats.org/drawingml/2006/main" w="14288">
            <a:solidFill>
              <a:srgbClr val="CAD8D4"/>
            </a:solidFill>
            <a:prstDash val="solid"/>
          </a:ln>
        </p:spPr>
      </p:sp>
      <p:sp>
        <p:nvSpPr>
          <p:cNvPr id="21" name="traversal-eval-title">
            <a:extLst xmlns:a="http://schemas.openxmlformats.org/drawingml/2006/main">
              <a:ext uri="{FF2B5EF4-FFF2-40B4-BE49-F238E27FC236}">
                <a16:creationId xmlns:a16="http://schemas.microsoft.com/office/drawing/2014/main" id="{A13F36B6-CD6E-4809-85DF-4474C5E12F8D}"/>
              </a:ext>
            </a:extLst>
          </p:cNvPr>
          <p:cNvSpPr>
            <a:spLocks xmlns:a="http://schemas.openxmlformats.org/drawingml/2006/main" noGrp="1"/>
          </p:cNvSpPr>
          <p:nvPr/>
        </p:nvSpPr>
        <p:spPr>
          <a:xfrm xmlns:a="http://schemas.openxmlformats.org/drawingml/2006/main">
            <a:off x="8115300" y="1924050"/>
            <a:ext cx="3429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75" b="1">
                <a:solidFill>
                  <a:srgbClr val="146A66"/>
                </a:solidFill>
                <a:latin typeface="Arial"/>
                <a:ea typeface="Arial"/>
                <a:cs typeface="Arial"/>
              </a:defRPr>
            </a:defPPr>
            <a:lvl1pPr algn="l">
              <a:defRPr sz="1875" b="1">
                <a:solidFill>
                  <a:srgbClr val="146A66"/>
                </a:solidFill>
                <a:latin typeface="Arial"/>
                <a:ea typeface="Arial"/>
                <a:cs typeface="Arial"/>
              </a:defRPr>
            </a:lvl1pPr>
            <a:lvl2pPr algn="l">
              <a:defRPr sz="1875" b="1">
                <a:solidFill>
                  <a:srgbClr val="146A66"/>
                </a:solidFill>
                <a:latin typeface="Arial"/>
                <a:ea typeface="Arial"/>
                <a:cs typeface="Arial"/>
              </a:defRPr>
            </a:lvl2pPr>
            <a:lvl3pPr algn="l">
              <a:defRPr sz="1875" b="1">
                <a:solidFill>
                  <a:srgbClr val="146A66"/>
                </a:solidFill>
                <a:latin typeface="Arial"/>
                <a:ea typeface="Arial"/>
                <a:cs typeface="Arial"/>
              </a:defRPr>
            </a:lvl3pPr>
            <a:lvl4pPr algn="l">
              <a:defRPr sz="1875" b="1">
                <a:solidFill>
                  <a:srgbClr val="146A66"/>
                </a:solidFill>
                <a:latin typeface="Arial"/>
                <a:ea typeface="Arial"/>
                <a:cs typeface="Arial"/>
              </a:defRPr>
            </a:lvl4pPr>
            <a:lvl5pPr algn="l">
              <a:defRPr sz="1875" b="1">
                <a:solidFill>
                  <a:srgbClr val="146A66"/>
                </a:solidFill>
                <a:latin typeface="Arial"/>
                <a:ea typeface="Arial"/>
                <a:cs typeface="Arial"/>
              </a:defRPr>
            </a:lvl5pPr>
            <a:lvl6pPr algn="l">
              <a:defRPr sz="1875" b="1">
                <a:solidFill>
                  <a:srgbClr val="146A66"/>
                </a:solidFill>
                <a:latin typeface="Arial"/>
                <a:ea typeface="Arial"/>
                <a:cs typeface="Arial"/>
              </a:defRPr>
            </a:lvl6pPr>
            <a:lvl7pPr algn="l">
              <a:defRPr sz="1875" b="1">
                <a:solidFill>
                  <a:srgbClr val="146A66"/>
                </a:solidFill>
                <a:latin typeface="Arial"/>
                <a:ea typeface="Arial"/>
                <a:cs typeface="Arial"/>
              </a:defRPr>
            </a:lvl7pPr>
            <a:lvl8pPr algn="l">
              <a:defRPr sz="1875" b="1">
                <a:solidFill>
                  <a:srgbClr val="146A66"/>
                </a:solidFill>
                <a:latin typeface="Arial"/>
                <a:ea typeface="Arial"/>
                <a:cs typeface="Arial"/>
              </a:defRPr>
            </a:lvl8pPr>
            <a:lvl9pPr algn="l">
              <a:defRPr sz="1875" b="1">
                <a:solidFill>
                  <a:srgbClr val="146A66"/>
                </a:solidFill>
                <a:latin typeface="Arial"/>
                <a:ea typeface="Arial"/>
                <a:cs typeface="Arial"/>
              </a:defRPr>
            </a:lvl9pPr>
          </a:lstStyle>
          <a:p xmlns:a="http://schemas.openxmlformats.org/drawingml/2006/main">
            <a:pPr algn="l">
              <a:lnSpc>
                <a:spcPct val="104000"/>
              </a:lnSpc>
              <a:buNone/>
              <a:defRPr sz="1875" b="1">
                <a:solidFill>
                  <a:srgbClr val="146A66"/>
                </a:solidFill>
                <a:latin typeface="Arial"/>
                <a:ea typeface="Arial"/>
                <a:cs typeface="Arial"/>
              </a:defRPr>
            </a:pPr>
            <a:r>
              <a:rPr sz="1875" b="1">
                <a:solidFill>
                  <a:srgbClr val="146A66"/>
                </a:solidFill>
                <a:latin typeface="Arial"/>
                <a:ea typeface="Arial"/>
                <a:cs typeface="Arial"/>
              </a:rPr>
              <a:t>Evaluate once</a:t>
            </a:r>
          </a:p>
        </p:txBody>
      </p:sp>
      <p:sp>
        <p:nvSpPr>
          <p:cNvPr id="22" name="traversal-eval-body">
            <a:extLst xmlns:a="http://schemas.openxmlformats.org/drawingml/2006/main">
              <a:ext uri="{FF2B5EF4-FFF2-40B4-BE49-F238E27FC236}">
                <a16:creationId xmlns:a16="http://schemas.microsoft.com/office/drawing/2014/main" id="{98B1F038-8296-40EC-A3A8-10404198B250}"/>
              </a:ext>
            </a:extLst>
          </p:cNvPr>
          <p:cNvSpPr>
            <a:spLocks xmlns:a="http://schemas.openxmlformats.org/drawingml/2006/main" noGrp="1"/>
          </p:cNvSpPr>
          <p:nvPr/>
        </p:nvSpPr>
        <p:spPr>
          <a:xfrm xmlns:a="http://schemas.openxmlformats.org/drawingml/2006/main">
            <a:off x="8115300" y="2314575"/>
            <a:ext cx="3333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0">
                <a:solidFill>
                  <a:srgbClr val="34595D"/>
                </a:solidFill>
                <a:latin typeface="Arial"/>
                <a:ea typeface="Arial"/>
                <a:cs typeface="Arial"/>
              </a:defRPr>
            </a:defPPr>
            <a:lvl1pPr algn="l">
              <a:defRPr sz="1725" b="0">
                <a:solidFill>
                  <a:srgbClr val="34595D"/>
                </a:solidFill>
                <a:latin typeface="Arial"/>
                <a:ea typeface="Arial"/>
                <a:cs typeface="Arial"/>
              </a:defRPr>
            </a:lvl1pPr>
            <a:lvl2pPr algn="l">
              <a:defRPr sz="1725" b="0">
                <a:solidFill>
                  <a:srgbClr val="34595D"/>
                </a:solidFill>
                <a:latin typeface="Arial"/>
                <a:ea typeface="Arial"/>
                <a:cs typeface="Arial"/>
              </a:defRPr>
            </a:lvl2pPr>
            <a:lvl3pPr algn="l">
              <a:defRPr sz="1725" b="0">
                <a:solidFill>
                  <a:srgbClr val="34595D"/>
                </a:solidFill>
                <a:latin typeface="Arial"/>
                <a:ea typeface="Arial"/>
                <a:cs typeface="Arial"/>
              </a:defRPr>
            </a:lvl3pPr>
            <a:lvl4pPr algn="l">
              <a:defRPr sz="1725" b="0">
                <a:solidFill>
                  <a:srgbClr val="34595D"/>
                </a:solidFill>
                <a:latin typeface="Arial"/>
                <a:ea typeface="Arial"/>
                <a:cs typeface="Arial"/>
              </a:defRPr>
            </a:lvl4pPr>
            <a:lvl5pPr algn="l">
              <a:defRPr sz="1725" b="0">
                <a:solidFill>
                  <a:srgbClr val="34595D"/>
                </a:solidFill>
                <a:latin typeface="Arial"/>
                <a:ea typeface="Arial"/>
                <a:cs typeface="Arial"/>
              </a:defRPr>
            </a:lvl5pPr>
            <a:lvl6pPr algn="l">
              <a:defRPr sz="1725" b="0">
                <a:solidFill>
                  <a:srgbClr val="34595D"/>
                </a:solidFill>
                <a:latin typeface="Arial"/>
                <a:ea typeface="Arial"/>
                <a:cs typeface="Arial"/>
              </a:defRPr>
            </a:lvl6pPr>
            <a:lvl7pPr algn="l">
              <a:defRPr sz="1725" b="0">
                <a:solidFill>
                  <a:srgbClr val="34595D"/>
                </a:solidFill>
                <a:latin typeface="Arial"/>
                <a:ea typeface="Arial"/>
                <a:cs typeface="Arial"/>
              </a:defRPr>
            </a:lvl7pPr>
            <a:lvl8pPr algn="l">
              <a:defRPr sz="1725" b="0">
                <a:solidFill>
                  <a:srgbClr val="34595D"/>
                </a:solidFill>
                <a:latin typeface="Arial"/>
                <a:ea typeface="Arial"/>
                <a:cs typeface="Arial"/>
              </a:defRPr>
            </a:lvl8pPr>
            <a:lvl9pPr algn="l">
              <a:defRPr sz="1725" b="0">
                <a:solidFill>
                  <a:srgbClr val="34595D"/>
                </a:solidFill>
                <a:latin typeface="Arial"/>
                <a:ea typeface="Arial"/>
                <a:cs typeface="Arial"/>
              </a:defRPr>
            </a:lvl9pPr>
          </a:lstStyle>
          <a:p xmlns:a="http://schemas.openxmlformats.org/drawingml/2006/main">
            <a:pPr algn="l">
              <a:lnSpc>
                <a:spcPct val="108000"/>
              </a:lnSpc>
              <a:buNone/>
              <a:defRPr sz="1725" b="0">
                <a:solidFill>
                  <a:srgbClr val="34595D"/>
                </a:solidFill>
                <a:latin typeface="Arial"/>
                <a:ea typeface="Arial"/>
                <a:cs typeface="Arial"/>
              </a:defRPr>
            </a:pPr>
            <a:r>
              <a:rPr sz="1725" b="0">
                <a:solidFill>
                  <a:srgbClr val="34595D"/>
                </a:solidFill>
                <a:latin typeface="Arial"/>
                <a:ea typeface="Arial"/>
                <a:cs typeface="Arial"/>
              </a:rPr>
              <a:t>Judge each registry condition true, false, or unknown once per context.</a:t>
            </a:r>
          </a:p>
        </p:txBody>
      </p:sp>
      <p:sp>
        <p:nvSpPr>
          <p:cNvPr id="23" name="traversal-branch-title">
            <a:extLst xmlns:a="http://schemas.openxmlformats.org/drawingml/2006/main">
              <a:ext uri="{FF2B5EF4-FFF2-40B4-BE49-F238E27FC236}">
                <a16:creationId xmlns:a16="http://schemas.microsoft.com/office/drawing/2014/main" id="{131B5065-C185-4398-A3AF-E3221D4766F0}"/>
              </a:ext>
            </a:extLst>
          </p:cNvPr>
          <p:cNvSpPr>
            <a:spLocks xmlns:a="http://schemas.openxmlformats.org/drawingml/2006/main" noGrp="1"/>
          </p:cNvSpPr>
          <p:nvPr/>
        </p:nvSpPr>
        <p:spPr>
          <a:xfrm xmlns:a="http://schemas.openxmlformats.org/drawingml/2006/main">
            <a:off x="8115300" y="3343275"/>
            <a:ext cx="3429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75" b="1">
                <a:solidFill>
                  <a:srgbClr val="146A66"/>
                </a:solidFill>
                <a:latin typeface="Arial"/>
                <a:ea typeface="Arial"/>
                <a:cs typeface="Arial"/>
              </a:defRPr>
            </a:defPPr>
            <a:lvl1pPr algn="l">
              <a:defRPr sz="1875" b="1">
                <a:solidFill>
                  <a:srgbClr val="146A66"/>
                </a:solidFill>
                <a:latin typeface="Arial"/>
                <a:ea typeface="Arial"/>
                <a:cs typeface="Arial"/>
              </a:defRPr>
            </a:lvl1pPr>
            <a:lvl2pPr algn="l">
              <a:defRPr sz="1875" b="1">
                <a:solidFill>
                  <a:srgbClr val="146A66"/>
                </a:solidFill>
                <a:latin typeface="Arial"/>
                <a:ea typeface="Arial"/>
                <a:cs typeface="Arial"/>
              </a:defRPr>
            </a:lvl2pPr>
            <a:lvl3pPr algn="l">
              <a:defRPr sz="1875" b="1">
                <a:solidFill>
                  <a:srgbClr val="146A66"/>
                </a:solidFill>
                <a:latin typeface="Arial"/>
                <a:ea typeface="Arial"/>
                <a:cs typeface="Arial"/>
              </a:defRPr>
            </a:lvl3pPr>
            <a:lvl4pPr algn="l">
              <a:defRPr sz="1875" b="1">
                <a:solidFill>
                  <a:srgbClr val="146A66"/>
                </a:solidFill>
                <a:latin typeface="Arial"/>
                <a:ea typeface="Arial"/>
                <a:cs typeface="Arial"/>
              </a:defRPr>
            </a:lvl4pPr>
            <a:lvl5pPr algn="l">
              <a:defRPr sz="1875" b="1">
                <a:solidFill>
                  <a:srgbClr val="146A66"/>
                </a:solidFill>
                <a:latin typeface="Arial"/>
                <a:ea typeface="Arial"/>
                <a:cs typeface="Arial"/>
              </a:defRPr>
            </a:lvl5pPr>
            <a:lvl6pPr algn="l">
              <a:defRPr sz="1875" b="1">
                <a:solidFill>
                  <a:srgbClr val="146A66"/>
                </a:solidFill>
                <a:latin typeface="Arial"/>
                <a:ea typeface="Arial"/>
                <a:cs typeface="Arial"/>
              </a:defRPr>
            </a:lvl6pPr>
            <a:lvl7pPr algn="l">
              <a:defRPr sz="1875" b="1">
                <a:solidFill>
                  <a:srgbClr val="146A66"/>
                </a:solidFill>
                <a:latin typeface="Arial"/>
                <a:ea typeface="Arial"/>
                <a:cs typeface="Arial"/>
              </a:defRPr>
            </a:lvl7pPr>
            <a:lvl8pPr algn="l">
              <a:defRPr sz="1875" b="1">
                <a:solidFill>
                  <a:srgbClr val="146A66"/>
                </a:solidFill>
                <a:latin typeface="Arial"/>
                <a:ea typeface="Arial"/>
                <a:cs typeface="Arial"/>
              </a:defRPr>
            </a:lvl8pPr>
            <a:lvl9pPr algn="l">
              <a:defRPr sz="1875" b="1">
                <a:solidFill>
                  <a:srgbClr val="146A66"/>
                </a:solidFill>
                <a:latin typeface="Arial"/>
                <a:ea typeface="Arial"/>
                <a:cs typeface="Arial"/>
              </a:defRPr>
            </a:lvl9pPr>
          </a:lstStyle>
          <a:p xmlns:a="http://schemas.openxmlformats.org/drawingml/2006/main">
            <a:pPr algn="l">
              <a:lnSpc>
                <a:spcPct val="104000"/>
              </a:lnSpc>
              <a:buNone/>
              <a:defRPr sz="1875" b="1">
                <a:solidFill>
                  <a:srgbClr val="146A66"/>
                </a:solidFill>
                <a:latin typeface="Arial"/>
                <a:ea typeface="Arial"/>
                <a:cs typeface="Arial"/>
              </a:defRPr>
            </a:pPr>
            <a:r>
              <a:rPr sz="1875" b="1">
                <a:solidFill>
                  <a:srgbClr val="146A66"/>
                </a:solidFill>
                <a:latin typeface="Arial"/>
                <a:ea typeface="Arial"/>
                <a:cs typeface="Arial"/>
              </a:rPr>
              <a:t>Follow only true paths</a:t>
            </a:r>
          </a:p>
        </p:txBody>
      </p:sp>
      <p:sp>
        <p:nvSpPr>
          <p:cNvPr id="24" name="traversal-branch-body">
            <a:extLst xmlns:a="http://schemas.openxmlformats.org/drawingml/2006/main">
              <a:ext uri="{FF2B5EF4-FFF2-40B4-BE49-F238E27FC236}">
                <a16:creationId xmlns:a16="http://schemas.microsoft.com/office/drawing/2014/main" id="{870E6F3D-6F29-4547-BAC5-13D50EC75892}"/>
              </a:ext>
            </a:extLst>
          </p:cNvPr>
          <p:cNvSpPr>
            <a:spLocks xmlns:a="http://schemas.openxmlformats.org/drawingml/2006/main" noGrp="1"/>
          </p:cNvSpPr>
          <p:nvPr/>
        </p:nvSpPr>
        <p:spPr>
          <a:xfrm xmlns:a="http://schemas.openxmlformats.org/drawingml/2006/main">
            <a:off x="8115300" y="3733800"/>
            <a:ext cx="3333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0">
                <a:solidFill>
                  <a:srgbClr val="34595D"/>
                </a:solidFill>
                <a:latin typeface="Arial"/>
                <a:ea typeface="Arial"/>
                <a:cs typeface="Arial"/>
              </a:defRPr>
            </a:defPPr>
            <a:lvl1pPr algn="l">
              <a:defRPr sz="1725" b="0">
                <a:solidFill>
                  <a:srgbClr val="34595D"/>
                </a:solidFill>
                <a:latin typeface="Arial"/>
                <a:ea typeface="Arial"/>
                <a:cs typeface="Arial"/>
              </a:defRPr>
            </a:lvl1pPr>
            <a:lvl2pPr algn="l">
              <a:defRPr sz="1725" b="0">
                <a:solidFill>
                  <a:srgbClr val="34595D"/>
                </a:solidFill>
                <a:latin typeface="Arial"/>
                <a:ea typeface="Arial"/>
                <a:cs typeface="Arial"/>
              </a:defRPr>
            </a:lvl2pPr>
            <a:lvl3pPr algn="l">
              <a:defRPr sz="1725" b="0">
                <a:solidFill>
                  <a:srgbClr val="34595D"/>
                </a:solidFill>
                <a:latin typeface="Arial"/>
                <a:ea typeface="Arial"/>
                <a:cs typeface="Arial"/>
              </a:defRPr>
            </a:lvl3pPr>
            <a:lvl4pPr algn="l">
              <a:defRPr sz="1725" b="0">
                <a:solidFill>
                  <a:srgbClr val="34595D"/>
                </a:solidFill>
                <a:latin typeface="Arial"/>
                <a:ea typeface="Arial"/>
                <a:cs typeface="Arial"/>
              </a:defRPr>
            </a:lvl4pPr>
            <a:lvl5pPr algn="l">
              <a:defRPr sz="1725" b="0">
                <a:solidFill>
                  <a:srgbClr val="34595D"/>
                </a:solidFill>
                <a:latin typeface="Arial"/>
                <a:ea typeface="Arial"/>
                <a:cs typeface="Arial"/>
              </a:defRPr>
            </a:lvl5pPr>
            <a:lvl6pPr algn="l">
              <a:defRPr sz="1725" b="0">
                <a:solidFill>
                  <a:srgbClr val="34595D"/>
                </a:solidFill>
                <a:latin typeface="Arial"/>
                <a:ea typeface="Arial"/>
                <a:cs typeface="Arial"/>
              </a:defRPr>
            </a:lvl6pPr>
            <a:lvl7pPr algn="l">
              <a:defRPr sz="1725" b="0">
                <a:solidFill>
                  <a:srgbClr val="34595D"/>
                </a:solidFill>
                <a:latin typeface="Arial"/>
                <a:ea typeface="Arial"/>
                <a:cs typeface="Arial"/>
              </a:defRPr>
            </a:lvl7pPr>
            <a:lvl8pPr algn="l">
              <a:defRPr sz="1725" b="0">
                <a:solidFill>
                  <a:srgbClr val="34595D"/>
                </a:solidFill>
                <a:latin typeface="Arial"/>
                <a:ea typeface="Arial"/>
                <a:cs typeface="Arial"/>
              </a:defRPr>
            </a:lvl8pPr>
            <a:lvl9pPr algn="l">
              <a:defRPr sz="1725" b="0">
                <a:solidFill>
                  <a:srgbClr val="34595D"/>
                </a:solidFill>
                <a:latin typeface="Arial"/>
                <a:ea typeface="Arial"/>
                <a:cs typeface="Arial"/>
              </a:defRPr>
            </a:lvl9pPr>
          </a:lstStyle>
          <a:p xmlns:a="http://schemas.openxmlformats.org/drawingml/2006/main">
            <a:pPr algn="l">
              <a:lnSpc>
                <a:spcPct val="108000"/>
              </a:lnSpc>
              <a:buNone/>
              <a:defRPr sz="1725" b="0">
                <a:solidFill>
                  <a:srgbClr val="34595D"/>
                </a:solidFill>
                <a:latin typeface="Arial"/>
                <a:ea typeface="Arial"/>
                <a:cs typeface="Arial"/>
              </a:defRPr>
            </a:pPr>
            <a:r>
              <a:rPr sz="1725" b="0">
                <a:solidFill>
                  <a:srgbClr val="34595D"/>
                </a:solidFill>
                <a:latin typeface="Arial"/>
                <a:ea typeface="Arial"/>
                <a:cs typeface="Arial"/>
              </a:rPr>
              <a:t>Only true activates a node. False or unknown blocks its descendants. New observations trigger reevaluation.</a:t>
            </a:r>
          </a:p>
        </p:txBody>
      </p:sp>
      <p:sp>
        <p:nvSpPr>
          <p:cNvPr id="25" name="traversal-compose-title">
            <a:extLst xmlns:a="http://schemas.openxmlformats.org/drawingml/2006/main">
              <a:ext uri="{FF2B5EF4-FFF2-40B4-BE49-F238E27FC236}">
                <a16:creationId xmlns:a16="http://schemas.microsoft.com/office/drawing/2014/main" id="{7D3B0B44-62AC-4E34-AF24-F04A75857F7F}"/>
              </a:ext>
            </a:extLst>
          </p:cNvPr>
          <p:cNvSpPr>
            <a:spLocks xmlns:a="http://schemas.openxmlformats.org/drawingml/2006/main" noGrp="1"/>
          </p:cNvSpPr>
          <p:nvPr/>
        </p:nvSpPr>
        <p:spPr>
          <a:xfrm xmlns:a="http://schemas.openxmlformats.org/drawingml/2006/main">
            <a:off x="8115300" y="4857750"/>
            <a:ext cx="3429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75" b="1">
                <a:solidFill>
                  <a:srgbClr val="146A66"/>
                </a:solidFill>
                <a:latin typeface="Arial"/>
                <a:ea typeface="Arial"/>
                <a:cs typeface="Arial"/>
              </a:defRPr>
            </a:defPPr>
            <a:lvl1pPr algn="l">
              <a:defRPr sz="1875" b="1">
                <a:solidFill>
                  <a:srgbClr val="146A66"/>
                </a:solidFill>
                <a:latin typeface="Arial"/>
                <a:ea typeface="Arial"/>
                <a:cs typeface="Arial"/>
              </a:defRPr>
            </a:lvl1pPr>
            <a:lvl2pPr algn="l">
              <a:defRPr sz="1875" b="1">
                <a:solidFill>
                  <a:srgbClr val="146A66"/>
                </a:solidFill>
                <a:latin typeface="Arial"/>
                <a:ea typeface="Arial"/>
                <a:cs typeface="Arial"/>
              </a:defRPr>
            </a:lvl2pPr>
            <a:lvl3pPr algn="l">
              <a:defRPr sz="1875" b="1">
                <a:solidFill>
                  <a:srgbClr val="146A66"/>
                </a:solidFill>
                <a:latin typeface="Arial"/>
                <a:ea typeface="Arial"/>
                <a:cs typeface="Arial"/>
              </a:defRPr>
            </a:lvl3pPr>
            <a:lvl4pPr algn="l">
              <a:defRPr sz="1875" b="1">
                <a:solidFill>
                  <a:srgbClr val="146A66"/>
                </a:solidFill>
                <a:latin typeface="Arial"/>
                <a:ea typeface="Arial"/>
                <a:cs typeface="Arial"/>
              </a:defRPr>
            </a:lvl4pPr>
            <a:lvl5pPr algn="l">
              <a:defRPr sz="1875" b="1">
                <a:solidFill>
                  <a:srgbClr val="146A66"/>
                </a:solidFill>
                <a:latin typeface="Arial"/>
                <a:ea typeface="Arial"/>
                <a:cs typeface="Arial"/>
              </a:defRPr>
            </a:lvl5pPr>
            <a:lvl6pPr algn="l">
              <a:defRPr sz="1875" b="1">
                <a:solidFill>
                  <a:srgbClr val="146A66"/>
                </a:solidFill>
                <a:latin typeface="Arial"/>
                <a:ea typeface="Arial"/>
                <a:cs typeface="Arial"/>
              </a:defRPr>
            </a:lvl6pPr>
            <a:lvl7pPr algn="l">
              <a:defRPr sz="1875" b="1">
                <a:solidFill>
                  <a:srgbClr val="146A66"/>
                </a:solidFill>
                <a:latin typeface="Arial"/>
                <a:ea typeface="Arial"/>
                <a:cs typeface="Arial"/>
              </a:defRPr>
            </a:lvl7pPr>
            <a:lvl8pPr algn="l">
              <a:defRPr sz="1875" b="1">
                <a:solidFill>
                  <a:srgbClr val="146A66"/>
                </a:solidFill>
                <a:latin typeface="Arial"/>
                <a:ea typeface="Arial"/>
                <a:cs typeface="Arial"/>
              </a:defRPr>
            </a:lvl8pPr>
            <a:lvl9pPr algn="l">
              <a:defRPr sz="1875" b="1">
                <a:solidFill>
                  <a:srgbClr val="146A66"/>
                </a:solidFill>
                <a:latin typeface="Arial"/>
                <a:ea typeface="Arial"/>
                <a:cs typeface="Arial"/>
              </a:defRPr>
            </a:lvl9pPr>
          </a:lstStyle>
          <a:p xmlns:a="http://schemas.openxmlformats.org/drawingml/2006/main">
            <a:pPr algn="l">
              <a:lnSpc>
                <a:spcPct val="104000"/>
              </a:lnSpc>
              <a:buNone/>
              <a:defRPr sz="1875" b="1">
                <a:solidFill>
                  <a:srgbClr val="146A66"/>
                </a:solidFill>
                <a:latin typeface="Arial"/>
                <a:ea typeface="Arial"/>
                <a:cs typeface="Arial"/>
              </a:defRPr>
            </a:pPr>
            <a:r>
              <a:rPr sz="1875" b="1">
                <a:solidFill>
                  <a:srgbClr val="146A66"/>
                </a:solidFill>
                <a:latin typeface="Arial"/>
                <a:ea typeface="Arial"/>
                <a:cs typeface="Arial"/>
              </a:rPr>
              <a:t>Keep inherited guidance</a:t>
            </a:r>
          </a:p>
        </p:txBody>
      </p:sp>
      <p:sp>
        <p:nvSpPr>
          <p:cNvPr id="26" name="traversal-compose-body">
            <a:extLst xmlns:a="http://schemas.openxmlformats.org/drawingml/2006/main">
              <a:ext uri="{FF2B5EF4-FFF2-40B4-BE49-F238E27FC236}">
                <a16:creationId xmlns:a16="http://schemas.microsoft.com/office/drawing/2014/main" id="{5B5F9AF3-C84F-4DA7-A423-D55738FA27E9}"/>
              </a:ext>
            </a:extLst>
          </p:cNvPr>
          <p:cNvSpPr>
            <a:spLocks xmlns:a="http://schemas.openxmlformats.org/drawingml/2006/main" noGrp="1"/>
          </p:cNvSpPr>
          <p:nvPr/>
        </p:nvSpPr>
        <p:spPr>
          <a:xfrm xmlns:a="http://schemas.openxmlformats.org/drawingml/2006/main">
            <a:off x="8115300" y="5248275"/>
            <a:ext cx="3333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0">
                <a:solidFill>
                  <a:srgbClr val="34595D"/>
                </a:solidFill>
                <a:latin typeface="Arial"/>
                <a:ea typeface="Arial"/>
                <a:cs typeface="Arial"/>
              </a:defRPr>
            </a:defPPr>
            <a:lvl1pPr algn="l">
              <a:defRPr sz="1725" b="0">
                <a:solidFill>
                  <a:srgbClr val="34595D"/>
                </a:solidFill>
                <a:latin typeface="Arial"/>
                <a:ea typeface="Arial"/>
                <a:cs typeface="Arial"/>
              </a:defRPr>
            </a:lvl1pPr>
            <a:lvl2pPr algn="l">
              <a:defRPr sz="1725" b="0">
                <a:solidFill>
                  <a:srgbClr val="34595D"/>
                </a:solidFill>
                <a:latin typeface="Arial"/>
                <a:ea typeface="Arial"/>
                <a:cs typeface="Arial"/>
              </a:defRPr>
            </a:lvl2pPr>
            <a:lvl3pPr algn="l">
              <a:defRPr sz="1725" b="0">
                <a:solidFill>
                  <a:srgbClr val="34595D"/>
                </a:solidFill>
                <a:latin typeface="Arial"/>
                <a:ea typeface="Arial"/>
                <a:cs typeface="Arial"/>
              </a:defRPr>
            </a:lvl3pPr>
            <a:lvl4pPr algn="l">
              <a:defRPr sz="1725" b="0">
                <a:solidFill>
                  <a:srgbClr val="34595D"/>
                </a:solidFill>
                <a:latin typeface="Arial"/>
                <a:ea typeface="Arial"/>
                <a:cs typeface="Arial"/>
              </a:defRPr>
            </a:lvl4pPr>
            <a:lvl5pPr algn="l">
              <a:defRPr sz="1725" b="0">
                <a:solidFill>
                  <a:srgbClr val="34595D"/>
                </a:solidFill>
                <a:latin typeface="Arial"/>
                <a:ea typeface="Arial"/>
                <a:cs typeface="Arial"/>
              </a:defRPr>
            </a:lvl5pPr>
            <a:lvl6pPr algn="l">
              <a:defRPr sz="1725" b="0">
                <a:solidFill>
                  <a:srgbClr val="34595D"/>
                </a:solidFill>
                <a:latin typeface="Arial"/>
                <a:ea typeface="Arial"/>
                <a:cs typeface="Arial"/>
              </a:defRPr>
            </a:lvl6pPr>
            <a:lvl7pPr algn="l">
              <a:defRPr sz="1725" b="0">
                <a:solidFill>
                  <a:srgbClr val="34595D"/>
                </a:solidFill>
                <a:latin typeface="Arial"/>
                <a:ea typeface="Arial"/>
                <a:cs typeface="Arial"/>
              </a:defRPr>
            </a:lvl7pPr>
            <a:lvl8pPr algn="l">
              <a:defRPr sz="1725" b="0">
                <a:solidFill>
                  <a:srgbClr val="34595D"/>
                </a:solidFill>
                <a:latin typeface="Arial"/>
                <a:ea typeface="Arial"/>
                <a:cs typeface="Arial"/>
              </a:defRPr>
            </a:lvl8pPr>
            <a:lvl9pPr algn="l">
              <a:defRPr sz="1725" b="0">
                <a:solidFill>
                  <a:srgbClr val="34595D"/>
                </a:solidFill>
                <a:latin typeface="Arial"/>
                <a:ea typeface="Arial"/>
                <a:cs typeface="Arial"/>
              </a:defRPr>
            </a:lvl9pPr>
          </a:lstStyle>
          <a:p xmlns:a="http://schemas.openxmlformats.org/drawingml/2006/main">
            <a:pPr algn="l">
              <a:lnSpc>
                <a:spcPct val="108000"/>
              </a:lnSpc>
              <a:buNone/>
              <a:defRPr sz="1725" b="0">
                <a:solidFill>
                  <a:srgbClr val="34595D"/>
                </a:solidFill>
                <a:latin typeface="Arial"/>
                <a:ea typeface="Arial"/>
                <a:cs typeface="Arial"/>
              </a:defRPr>
            </a:pPr>
            <a:r>
              <a:rPr sz="1725" b="0">
                <a:solidFill>
                  <a:srgbClr val="34595D"/>
                </a:solidFill>
                <a:latin typeface="Arial"/>
                <a:ea typeface="Arial"/>
                <a:cs typeface="Arial"/>
              </a:rPr>
              <a:t>Children change named blocks only. Unchanged parent guidance stays.</a:t>
            </a:r>
          </a:p>
        </p:txBody>
      </p:sp>
      <p:sp>
        <p:nvSpPr>
          <p:cNvPr id="27" name="traversal-reference-note">
            <a:extLst xmlns:a="http://schemas.openxmlformats.org/drawingml/2006/main">
              <a:ext uri="{FF2B5EF4-FFF2-40B4-BE49-F238E27FC236}">
                <a16:creationId xmlns:a16="http://schemas.microsoft.com/office/drawing/2014/main" id="{A799E4DE-361D-4E64-82E5-3834F00CBD25}"/>
              </a:ext>
            </a:extLst>
          </p:cNvPr>
          <p:cNvSpPr>
            <a:spLocks xmlns:a="http://schemas.openxmlformats.org/drawingml/2006/main" noGrp="1"/>
          </p:cNvSpPr>
          <p:nvPr/>
        </p:nvSpPr>
        <p:spPr>
          <a:xfrm xmlns:a="http://schemas.openxmlformats.org/drawingml/2006/main">
            <a:off x="704850" y="5962650"/>
            <a:ext cx="10668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C7474"/>
                </a:solidFill>
                <a:latin typeface="Arial"/>
                <a:ea typeface="Arial"/>
                <a:cs typeface="Arial"/>
              </a:defRPr>
            </a:defPPr>
            <a:lvl1pPr algn="l">
              <a:defRPr sz="1275" b="0">
                <a:solidFill>
                  <a:srgbClr val="5C7474"/>
                </a:solidFill>
                <a:latin typeface="Arial"/>
                <a:ea typeface="Arial"/>
                <a:cs typeface="Arial"/>
              </a:defRPr>
            </a:lvl1pPr>
            <a:lvl2pPr algn="l">
              <a:defRPr sz="1275" b="0">
                <a:solidFill>
                  <a:srgbClr val="5C7474"/>
                </a:solidFill>
                <a:latin typeface="Arial"/>
                <a:ea typeface="Arial"/>
                <a:cs typeface="Arial"/>
              </a:defRPr>
            </a:lvl2pPr>
            <a:lvl3pPr algn="l">
              <a:defRPr sz="1275" b="0">
                <a:solidFill>
                  <a:srgbClr val="5C7474"/>
                </a:solidFill>
                <a:latin typeface="Arial"/>
                <a:ea typeface="Arial"/>
                <a:cs typeface="Arial"/>
              </a:defRPr>
            </a:lvl3pPr>
            <a:lvl4pPr algn="l">
              <a:defRPr sz="1275" b="0">
                <a:solidFill>
                  <a:srgbClr val="5C7474"/>
                </a:solidFill>
                <a:latin typeface="Arial"/>
                <a:ea typeface="Arial"/>
                <a:cs typeface="Arial"/>
              </a:defRPr>
            </a:lvl4pPr>
            <a:lvl5pPr algn="l">
              <a:defRPr sz="1275" b="0">
                <a:solidFill>
                  <a:srgbClr val="5C7474"/>
                </a:solidFill>
                <a:latin typeface="Arial"/>
                <a:ea typeface="Arial"/>
                <a:cs typeface="Arial"/>
              </a:defRPr>
            </a:lvl5pPr>
            <a:lvl6pPr algn="l">
              <a:defRPr sz="1275" b="0">
                <a:solidFill>
                  <a:srgbClr val="5C7474"/>
                </a:solidFill>
                <a:latin typeface="Arial"/>
                <a:ea typeface="Arial"/>
                <a:cs typeface="Arial"/>
              </a:defRPr>
            </a:lvl6pPr>
            <a:lvl7pPr algn="l">
              <a:defRPr sz="1275" b="0">
                <a:solidFill>
                  <a:srgbClr val="5C7474"/>
                </a:solidFill>
                <a:latin typeface="Arial"/>
                <a:ea typeface="Arial"/>
                <a:cs typeface="Arial"/>
              </a:defRPr>
            </a:lvl7pPr>
            <a:lvl8pPr algn="l">
              <a:defRPr sz="1275" b="0">
                <a:solidFill>
                  <a:srgbClr val="5C7474"/>
                </a:solidFill>
                <a:latin typeface="Arial"/>
                <a:ea typeface="Arial"/>
                <a:cs typeface="Arial"/>
              </a:defRPr>
            </a:lvl8pPr>
            <a:lvl9pPr algn="l">
              <a:defRPr sz="1275" b="0">
                <a:solidFill>
                  <a:srgbClr val="5C7474"/>
                </a:solidFill>
                <a:latin typeface="Arial"/>
                <a:ea typeface="Arial"/>
                <a:cs typeface="Arial"/>
              </a:defRPr>
            </a:lvl9pPr>
          </a:lstStyle>
          <a:p xmlns:a="http://schemas.openxmlformats.org/drawingml/2006/main">
            <a:pPr algn="l">
              <a:lnSpc>
                <a:spcPct val="104000"/>
              </a:lnSpc>
              <a:buNone/>
              <a:defRPr sz="1275" b="0">
                <a:solidFill>
                  <a:srgbClr val="5C7474"/>
                </a:solidFill>
                <a:latin typeface="Arial"/>
                <a:ea typeface="Arial"/>
                <a:cs typeface="Arial"/>
              </a:defRPr>
            </a:pPr>
            <a:r>
              <a:rPr sz="1275" b="0">
                <a:solidFill>
                  <a:srgbClr val="5C7474"/>
                </a:solidFill>
                <a:latin typeface="Arial"/>
                <a:ea typeface="Arial"/>
                <a:cs typeface="Arial"/>
              </a:rPr>
              <a:t>Illustrates the reference semantics. Production inheritance still needs the upstream engine fix.</a:t>
            </a:r>
          </a:p>
        </p:txBody>
      </p:sp>
    </p:spTree>
    <p:extLst>
      <p:ext uri="{BB962C8B-B14F-4D97-AF65-F5344CB8AC3E}">
        <p14:creationId xmlns:p14="http://schemas.microsoft.com/office/powerpoint/2010/main" val="1785384661"/>
      </p:ext>
    </p:extLst>
  </p:cSld>
</p:sld>
</file>

<file path=ppt/slides/slide4.xml><?xml version="1.0" encoding="utf-8"?>
<p:sld xmlns:p="http://schemas.openxmlformats.org/presentationml/2006/main">
  <p:cSld>
    <p:bg>
      <p:bgPr>
        <a:solidFill xmlns:a="http://schemas.openxmlformats.org/drawingml/2006/main">
          <a:srgbClr val="F7F9F7"/>
        </a:solidFill>
      </p:bgPr>
    </p:bg>
    <p:spTree>
      <p:nvGrpSpPr>
        <p:cNvPr id="1" name=""/>
        <p:cNvGrpSpPr/>
        <p:nvPr/>
      </p:nvGrpSpPr>
      <p:grpSpPr>
        <a:xfrm xmlns:a="http://schemas.openxmlformats.org/drawingml/2006/main"/>
      </p:grpSpPr>
      <p:sp>
        <p:nvSpPr>
          <p:cNvPr id="14" name="title-4">
            <a:extLst xmlns:a="http://schemas.openxmlformats.org/drawingml/2006/main">
              <a:ext uri="{FF2B5EF4-FFF2-40B4-BE49-F238E27FC236}">
                <a16:creationId xmlns:a16="http://schemas.microsoft.com/office/drawing/2014/main" id="{2A735A57-9525-4FA5-B2A0-B071B41BCC12}"/>
              </a:ext>
            </a:extLst>
          </p:cNvPr>
          <p:cNvSpPr>
            <a:spLocks xmlns:a="http://schemas.openxmlformats.org/drawingml/2006/main" noGrp="1"/>
          </p:cNvSpPr>
          <p:nvPr/>
        </p:nvSpPr>
        <p:spPr>
          <a:xfrm xmlns:a="http://schemas.openxmlformats.org/drawingml/2006/main">
            <a:off x="685800" y="457200"/>
            <a:ext cx="10744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750" b="1">
                <a:solidFill>
                  <a:srgbClr val="17393C"/>
                </a:solidFill>
                <a:latin typeface="Arial"/>
                <a:ea typeface="Arial"/>
                <a:cs typeface="Arial"/>
              </a:defRPr>
            </a:defPPr>
            <a:lvl1pPr algn="l">
              <a:defRPr sz="3750" b="1">
                <a:solidFill>
                  <a:srgbClr val="17393C"/>
                </a:solidFill>
                <a:latin typeface="Arial"/>
                <a:ea typeface="Arial"/>
                <a:cs typeface="Arial"/>
              </a:defRPr>
            </a:lvl1pPr>
            <a:lvl2pPr algn="l">
              <a:defRPr sz="3750" b="1">
                <a:solidFill>
                  <a:srgbClr val="17393C"/>
                </a:solidFill>
                <a:latin typeface="Arial"/>
                <a:ea typeface="Arial"/>
                <a:cs typeface="Arial"/>
              </a:defRPr>
            </a:lvl2pPr>
            <a:lvl3pPr algn="l">
              <a:defRPr sz="3750" b="1">
                <a:solidFill>
                  <a:srgbClr val="17393C"/>
                </a:solidFill>
                <a:latin typeface="Arial"/>
                <a:ea typeface="Arial"/>
                <a:cs typeface="Arial"/>
              </a:defRPr>
            </a:lvl3pPr>
            <a:lvl4pPr algn="l">
              <a:defRPr sz="3750" b="1">
                <a:solidFill>
                  <a:srgbClr val="17393C"/>
                </a:solidFill>
                <a:latin typeface="Arial"/>
                <a:ea typeface="Arial"/>
                <a:cs typeface="Arial"/>
              </a:defRPr>
            </a:lvl4pPr>
            <a:lvl5pPr algn="l">
              <a:defRPr sz="3750" b="1">
                <a:solidFill>
                  <a:srgbClr val="17393C"/>
                </a:solidFill>
                <a:latin typeface="Arial"/>
                <a:ea typeface="Arial"/>
                <a:cs typeface="Arial"/>
              </a:defRPr>
            </a:lvl5pPr>
            <a:lvl6pPr algn="l">
              <a:defRPr sz="3750" b="1">
                <a:solidFill>
                  <a:srgbClr val="17393C"/>
                </a:solidFill>
                <a:latin typeface="Arial"/>
                <a:ea typeface="Arial"/>
                <a:cs typeface="Arial"/>
              </a:defRPr>
            </a:lvl6pPr>
            <a:lvl7pPr algn="l">
              <a:defRPr sz="3750" b="1">
                <a:solidFill>
                  <a:srgbClr val="17393C"/>
                </a:solidFill>
                <a:latin typeface="Arial"/>
                <a:ea typeface="Arial"/>
                <a:cs typeface="Arial"/>
              </a:defRPr>
            </a:lvl7pPr>
            <a:lvl8pPr algn="l">
              <a:defRPr sz="3750" b="1">
                <a:solidFill>
                  <a:srgbClr val="17393C"/>
                </a:solidFill>
                <a:latin typeface="Arial"/>
                <a:ea typeface="Arial"/>
                <a:cs typeface="Arial"/>
              </a:defRPr>
            </a:lvl8pPr>
            <a:lvl9pPr algn="l">
              <a:defRPr sz="3750" b="1">
                <a:solidFill>
                  <a:srgbClr val="17393C"/>
                </a:solidFill>
                <a:latin typeface="Arial"/>
                <a:ea typeface="Arial"/>
                <a:cs typeface="Arial"/>
              </a:defRPr>
            </a:lvl9pPr>
          </a:lstStyle>
          <a:p xmlns:a="http://schemas.openxmlformats.org/drawingml/2006/main">
            <a:pPr algn="l">
              <a:lnSpc>
                <a:spcPct val="104000"/>
              </a:lnSpc>
              <a:buNone/>
              <a:defRPr sz="3750" b="1">
                <a:solidFill>
                  <a:srgbClr val="17393C"/>
                </a:solidFill>
                <a:latin typeface="Arial"/>
                <a:ea typeface="Arial"/>
                <a:cs typeface="Arial"/>
              </a:defRPr>
            </a:pPr>
            <a:r>
              <a:rPr sz="3750" b="1">
                <a:solidFill>
                  <a:srgbClr val="17393C"/>
                </a:solidFill>
                <a:latin typeface="Arial"/>
                <a:ea typeface="Arial"/>
                <a:cs typeface="Arial"/>
              </a:rPr>
              <a:t>Verification status and next run</a:t>
            </a:r>
          </a:p>
        </p:txBody>
      </p:sp>
      <p:sp>
        <p:nvSpPr>
          <p:cNvPr id="2" name="subtitle-4">
            <a:extLst xmlns:a="http://schemas.openxmlformats.org/drawingml/2006/main">
              <a:ext uri="{FF2B5EF4-FFF2-40B4-BE49-F238E27FC236}">
                <a16:creationId xmlns:a16="http://schemas.microsoft.com/office/drawing/2014/main" id="{3C1F192C-A99D-46FF-968D-6E154F0165AD}"/>
              </a:ext>
            </a:extLst>
          </p:cNvPr>
          <p:cNvSpPr>
            <a:spLocks xmlns:a="http://schemas.openxmlformats.org/drawingml/2006/main" noGrp="1"/>
          </p:cNvSpPr>
          <p:nvPr/>
        </p:nvSpPr>
        <p:spPr>
          <a:xfrm xmlns:a="http://schemas.openxmlformats.org/drawingml/2006/main">
            <a:off x="723900" y="110490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0">
                <a:solidFill>
                  <a:srgbClr val="34595D"/>
                </a:solidFill>
                <a:latin typeface="Arial"/>
                <a:ea typeface="Arial"/>
                <a:cs typeface="Arial"/>
              </a:defRPr>
            </a:defPPr>
            <a:lvl1pPr algn="l">
              <a:defRPr sz="1725" b="0">
                <a:solidFill>
                  <a:srgbClr val="34595D"/>
                </a:solidFill>
                <a:latin typeface="Arial"/>
                <a:ea typeface="Arial"/>
                <a:cs typeface="Arial"/>
              </a:defRPr>
            </a:lvl1pPr>
            <a:lvl2pPr algn="l">
              <a:defRPr sz="1725" b="0">
                <a:solidFill>
                  <a:srgbClr val="34595D"/>
                </a:solidFill>
                <a:latin typeface="Arial"/>
                <a:ea typeface="Arial"/>
                <a:cs typeface="Arial"/>
              </a:defRPr>
            </a:lvl2pPr>
            <a:lvl3pPr algn="l">
              <a:defRPr sz="1725" b="0">
                <a:solidFill>
                  <a:srgbClr val="34595D"/>
                </a:solidFill>
                <a:latin typeface="Arial"/>
                <a:ea typeface="Arial"/>
                <a:cs typeface="Arial"/>
              </a:defRPr>
            </a:lvl3pPr>
            <a:lvl4pPr algn="l">
              <a:defRPr sz="1725" b="0">
                <a:solidFill>
                  <a:srgbClr val="34595D"/>
                </a:solidFill>
                <a:latin typeface="Arial"/>
                <a:ea typeface="Arial"/>
                <a:cs typeface="Arial"/>
              </a:defRPr>
            </a:lvl4pPr>
            <a:lvl5pPr algn="l">
              <a:defRPr sz="1725" b="0">
                <a:solidFill>
                  <a:srgbClr val="34595D"/>
                </a:solidFill>
                <a:latin typeface="Arial"/>
                <a:ea typeface="Arial"/>
                <a:cs typeface="Arial"/>
              </a:defRPr>
            </a:lvl5pPr>
            <a:lvl6pPr algn="l">
              <a:defRPr sz="1725" b="0">
                <a:solidFill>
                  <a:srgbClr val="34595D"/>
                </a:solidFill>
                <a:latin typeface="Arial"/>
                <a:ea typeface="Arial"/>
                <a:cs typeface="Arial"/>
              </a:defRPr>
            </a:lvl6pPr>
            <a:lvl7pPr algn="l">
              <a:defRPr sz="1725" b="0">
                <a:solidFill>
                  <a:srgbClr val="34595D"/>
                </a:solidFill>
                <a:latin typeface="Arial"/>
                <a:ea typeface="Arial"/>
                <a:cs typeface="Arial"/>
              </a:defRPr>
            </a:lvl7pPr>
            <a:lvl8pPr algn="l">
              <a:defRPr sz="1725" b="0">
                <a:solidFill>
                  <a:srgbClr val="34595D"/>
                </a:solidFill>
                <a:latin typeface="Arial"/>
                <a:ea typeface="Arial"/>
                <a:cs typeface="Arial"/>
              </a:defRPr>
            </a:lvl8pPr>
            <a:lvl9pPr algn="l">
              <a:defRPr sz="1725" b="0">
                <a:solidFill>
                  <a:srgbClr val="34595D"/>
                </a:solidFill>
                <a:latin typeface="Arial"/>
                <a:ea typeface="Arial"/>
                <a:cs typeface="Arial"/>
              </a:defRPr>
            </a:lvl9pPr>
          </a:lstStyle>
          <a:p xmlns:a="http://schemas.openxmlformats.org/drawingml/2006/main">
            <a:pPr algn="l">
              <a:lnSpc>
                <a:spcPct val="104000"/>
              </a:lnSpc>
              <a:buNone/>
              <a:defRPr sz="1725" b="0">
                <a:solidFill>
                  <a:srgbClr val="34595D"/>
                </a:solidFill>
                <a:latin typeface="Arial"/>
                <a:ea typeface="Arial"/>
                <a:cs typeface="Arial"/>
              </a:defRPr>
            </a:pPr>
            <a:r>
              <a:rPr sz="1725" b="0">
                <a:solidFill>
                  <a:srgbClr val="34595D"/>
                </a:solidFill>
                <a:latin typeface="Arial"/>
                <a:ea typeface="Arial"/>
                <a:cs typeface="Arial"/>
              </a:rPr>
              <a:t>No GPU used offline. Semantic quality needs live inference on a GPU or hosted model.</a:t>
            </a:r>
          </a:p>
        </p:txBody>
      </p:sp>
      <p:sp>
        <p:nvSpPr>
          <p:cNvPr id="3" name="">
            <a:extLst xmlns:a="http://schemas.openxmlformats.org/drawingml/2006/main">
              <a:ext uri="{FF2B5EF4-FFF2-40B4-BE49-F238E27FC236}">
                <a16:creationId xmlns:a16="http://schemas.microsoft.com/office/drawing/2014/main" id="{A3531FED-8DC1-4239-B6AC-839848BA665B}"/>
              </a:ext>
            </a:extLst>
          </p:cNvPr>
          <p:cNvSpPr>
            <a:spLocks xmlns:a="http://schemas.openxmlformats.org/drawingml/2006/main" noGrp="1"/>
          </p:cNvSpPr>
          <p:nvPr/>
        </p:nvSpPr>
        <p:spPr>
          <a:xfrm xmlns:a="http://schemas.openxmlformats.org/drawingml/2006/main">
            <a:off x="723900" y="6429375"/>
            <a:ext cx="10744200" cy="0"/>
          </a:xfrm>
          <a:prstGeom xmlns:a="http://schemas.openxmlformats.org/drawingml/2006/main" prst="line">
            <a:avLst/>
          </a:prstGeom>
          <a:noFill xmlns:a="http://schemas.openxmlformats.org/drawingml/2006/main"/>
          <a:ln xmlns:a="http://schemas.openxmlformats.org/drawingml/2006/main" w="9525">
            <a:solidFill>
              <a:srgbClr val="CAD8D4"/>
            </a:solidFill>
            <a:prstDash val="solid"/>
          </a:ln>
        </p:spPr>
      </p:sp>
      <p:sp>
        <p:nvSpPr>
          <p:cNvPr id="4" name="page-4">
            <a:extLst xmlns:a="http://schemas.openxmlformats.org/drawingml/2006/main">
              <a:ext uri="{FF2B5EF4-FFF2-40B4-BE49-F238E27FC236}">
                <a16:creationId xmlns:a16="http://schemas.microsoft.com/office/drawing/2014/main" id="{0F1A5BAA-8BDF-48F4-9F68-DD9C04485D18}"/>
              </a:ext>
            </a:extLst>
          </p:cNvPr>
          <p:cNvSpPr>
            <a:spLocks xmlns:a="http://schemas.openxmlformats.org/drawingml/2006/main" noGrp="1"/>
          </p:cNvSpPr>
          <p:nvPr/>
        </p:nvSpPr>
        <p:spPr>
          <a:xfrm xmlns:a="http://schemas.openxmlformats.org/drawingml/2006/main">
            <a:off x="10629900" y="6505575"/>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125" b="0">
                <a:solidFill>
                  <a:srgbClr val="5C7474"/>
                </a:solidFill>
                <a:latin typeface="Arial"/>
                <a:ea typeface="Arial"/>
                <a:cs typeface="Arial"/>
              </a:defRPr>
            </a:defPPr>
            <a:lvl1pPr algn="r">
              <a:defRPr sz="1125" b="0">
                <a:solidFill>
                  <a:srgbClr val="5C7474"/>
                </a:solidFill>
                <a:latin typeface="Arial"/>
                <a:ea typeface="Arial"/>
                <a:cs typeface="Arial"/>
              </a:defRPr>
            </a:lvl1pPr>
            <a:lvl2pPr algn="r">
              <a:defRPr sz="1125" b="0">
                <a:solidFill>
                  <a:srgbClr val="5C7474"/>
                </a:solidFill>
                <a:latin typeface="Arial"/>
                <a:ea typeface="Arial"/>
                <a:cs typeface="Arial"/>
              </a:defRPr>
            </a:lvl2pPr>
            <a:lvl3pPr algn="r">
              <a:defRPr sz="1125" b="0">
                <a:solidFill>
                  <a:srgbClr val="5C7474"/>
                </a:solidFill>
                <a:latin typeface="Arial"/>
                <a:ea typeface="Arial"/>
                <a:cs typeface="Arial"/>
              </a:defRPr>
            </a:lvl3pPr>
            <a:lvl4pPr algn="r">
              <a:defRPr sz="1125" b="0">
                <a:solidFill>
                  <a:srgbClr val="5C7474"/>
                </a:solidFill>
                <a:latin typeface="Arial"/>
                <a:ea typeface="Arial"/>
                <a:cs typeface="Arial"/>
              </a:defRPr>
            </a:lvl4pPr>
            <a:lvl5pPr algn="r">
              <a:defRPr sz="1125" b="0">
                <a:solidFill>
                  <a:srgbClr val="5C7474"/>
                </a:solidFill>
                <a:latin typeface="Arial"/>
                <a:ea typeface="Arial"/>
                <a:cs typeface="Arial"/>
              </a:defRPr>
            </a:lvl5pPr>
            <a:lvl6pPr algn="r">
              <a:defRPr sz="1125" b="0">
                <a:solidFill>
                  <a:srgbClr val="5C7474"/>
                </a:solidFill>
                <a:latin typeface="Arial"/>
                <a:ea typeface="Arial"/>
                <a:cs typeface="Arial"/>
              </a:defRPr>
            </a:lvl6pPr>
            <a:lvl7pPr algn="r">
              <a:defRPr sz="1125" b="0">
                <a:solidFill>
                  <a:srgbClr val="5C7474"/>
                </a:solidFill>
                <a:latin typeface="Arial"/>
                <a:ea typeface="Arial"/>
                <a:cs typeface="Arial"/>
              </a:defRPr>
            </a:lvl7pPr>
            <a:lvl8pPr algn="r">
              <a:defRPr sz="1125" b="0">
                <a:solidFill>
                  <a:srgbClr val="5C7474"/>
                </a:solidFill>
                <a:latin typeface="Arial"/>
                <a:ea typeface="Arial"/>
                <a:cs typeface="Arial"/>
              </a:defRPr>
            </a:lvl8pPr>
            <a:lvl9pPr algn="r">
              <a:defRPr sz="1125" b="0">
                <a:solidFill>
                  <a:srgbClr val="5C7474"/>
                </a:solidFill>
                <a:latin typeface="Arial"/>
                <a:ea typeface="Arial"/>
                <a:cs typeface="Arial"/>
              </a:defRPr>
            </a:lvl9pPr>
          </a:lstStyle>
          <a:p xmlns:a="http://schemas.openxmlformats.org/drawingml/2006/main">
            <a:pPr algn="r">
              <a:lnSpc>
                <a:spcPct val="104000"/>
              </a:lnSpc>
              <a:buNone/>
              <a:defRPr sz="1125" b="0">
                <a:solidFill>
                  <a:srgbClr val="5C7474"/>
                </a:solidFill>
                <a:latin typeface="Arial"/>
                <a:ea typeface="Arial"/>
                <a:cs typeface="Arial"/>
              </a:defRPr>
            </a:pPr>
            <a:r>
              <a:rPr sz="1125" b="0">
                <a:solidFill>
                  <a:srgbClr val="5C7474"/>
                </a:solidFill>
                <a:latin typeface="Arial"/>
                <a:ea typeface="Arial"/>
                <a:cs typeface="Arial"/>
              </a:rPr>
              <a:t>04 / 04</a:t>
            </a:r>
          </a:p>
        </p:txBody>
      </p:sp>
      <p:sp>
        <p:nvSpPr>
          <p:cNvPr id="5" name="offline-heading">
            <a:extLst xmlns:a="http://schemas.openxmlformats.org/drawingml/2006/main">
              <a:ext uri="{FF2B5EF4-FFF2-40B4-BE49-F238E27FC236}">
                <a16:creationId xmlns:a16="http://schemas.microsoft.com/office/drawing/2014/main" id="{F3A35F9A-6741-4183-A0B1-8BCA33EB4096}"/>
              </a:ext>
            </a:extLst>
          </p:cNvPr>
          <p:cNvSpPr>
            <a:spLocks xmlns:a="http://schemas.openxmlformats.org/drawingml/2006/main" noGrp="1"/>
          </p:cNvSpPr>
          <p:nvPr/>
        </p:nvSpPr>
        <p:spPr>
          <a:xfrm xmlns:a="http://schemas.openxmlformats.org/drawingml/2006/main">
            <a:off x="723900" y="1847850"/>
            <a:ext cx="481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1">
                <a:solidFill>
                  <a:srgbClr val="146A66"/>
                </a:solidFill>
                <a:latin typeface="Arial"/>
                <a:ea typeface="Arial"/>
                <a:cs typeface="Arial"/>
              </a:defRPr>
            </a:defPPr>
            <a:lvl1pPr algn="l">
              <a:defRPr sz="2025" b="1">
                <a:solidFill>
                  <a:srgbClr val="146A66"/>
                </a:solidFill>
                <a:latin typeface="Arial"/>
                <a:ea typeface="Arial"/>
                <a:cs typeface="Arial"/>
              </a:defRPr>
            </a:lvl1pPr>
            <a:lvl2pPr algn="l">
              <a:defRPr sz="2025" b="1">
                <a:solidFill>
                  <a:srgbClr val="146A66"/>
                </a:solidFill>
                <a:latin typeface="Arial"/>
                <a:ea typeface="Arial"/>
                <a:cs typeface="Arial"/>
              </a:defRPr>
            </a:lvl2pPr>
            <a:lvl3pPr algn="l">
              <a:defRPr sz="2025" b="1">
                <a:solidFill>
                  <a:srgbClr val="146A66"/>
                </a:solidFill>
                <a:latin typeface="Arial"/>
                <a:ea typeface="Arial"/>
                <a:cs typeface="Arial"/>
              </a:defRPr>
            </a:lvl3pPr>
            <a:lvl4pPr algn="l">
              <a:defRPr sz="2025" b="1">
                <a:solidFill>
                  <a:srgbClr val="146A66"/>
                </a:solidFill>
                <a:latin typeface="Arial"/>
                <a:ea typeface="Arial"/>
                <a:cs typeface="Arial"/>
              </a:defRPr>
            </a:lvl4pPr>
            <a:lvl5pPr algn="l">
              <a:defRPr sz="2025" b="1">
                <a:solidFill>
                  <a:srgbClr val="146A66"/>
                </a:solidFill>
                <a:latin typeface="Arial"/>
                <a:ea typeface="Arial"/>
                <a:cs typeface="Arial"/>
              </a:defRPr>
            </a:lvl5pPr>
            <a:lvl6pPr algn="l">
              <a:defRPr sz="2025" b="1">
                <a:solidFill>
                  <a:srgbClr val="146A66"/>
                </a:solidFill>
                <a:latin typeface="Arial"/>
                <a:ea typeface="Arial"/>
                <a:cs typeface="Arial"/>
              </a:defRPr>
            </a:lvl6pPr>
            <a:lvl7pPr algn="l">
              <a:defRPr sz="2025" b="1">
                <a:solidFill>
                  <a:srgbClr val="146A66"/>
                </a:solidFill>
                <a:latin typeface="Arial"/>
                <a:ea typeface="Arial"/>
                <a:cs typeface="Arial"/>
              </a:defRPr>
            </a:lvl7pPr>
            <a:lvl8pPr algn="l">
              <a:defRPr sz="2025" b="1">
                <a:solidFill>
                  <a:srgbClr val="146A66"/>
                </a:solidFill>
                <a:latin typeface="Arial"/>
                <a:ea typeface="Arial"/>
                <a:cs typeface="Arial"/>
              </a:defRPr>
            </a:lvl8pPr>
            <a:lvl9pPr algn="l">
              <a:defRPr sz="2025" b="1">
                <a:solidFill>
                  <a:srgbClr val="146A66"/>
                </a:solidFill>
                <a:latin typeface="Arial"/>
                <a:ea typeface="Arial"/>
                <a:cs typeface="Arial"/>
              </a:defRPr>
            </a:lvl9pPr>
          </a:lstStyle>
          <a:p xmlns:a="http://schemas.openxmlformats.org/drawingml/2006/main">
            <a:pPr algn="l">
              <a:lnSpc>
                <a:spcPct val="104000"/>
              </a:lnSpc>
              <a:buNone/>
              <a:defRPr sz="2025" b="1">
                <a:solidFill>
                  <a:srgbClr val="146A66"/>
                </a:solidFill>
                <a:latin typeface="Arial"/>
                <a:ea typeface="Arial"/>
                <a:cs typeface="Arial"/>
              </a:defRPr>
            </a:pPr>
            <a:r>
              <a:rPr sz="2025" b="1">
                <a:solidFill>
                  <a:srgbClr val="146A66"/>
                </a:solidFill>
                <a:latin typeface="Arial"/>
                <a:ea typeface="Arial"/>
                <a:cs typeface="Arial"/>
              </a:rPr>
              <a:t>VERIFIED OFFLINE</a:t>
            </a:r>
          </a:p>
        </p:txBody>
      </p:sp>
      <p:sp>
        <p:nvSpPr>
          <p:cNvPr id="6" name="offline-metrics">
            <a:extLst xmlns:a="http://schemas.openxmlformats.org/drawingml/2006/main">
              <a:ext uri="{FF2B5EF4-FFF2-40B4-BE49-F238E27FC236}">
                <a16:creationId xmlns:a16="http://schemas.microsoft.com/office/drawing/2014/main" id="{D84B40A6-8CAA-43E7-B638-CF1979B5D5B2}"/>
              </a:ext>
            </a:extLst>
          </p:cNvPr>
          <p:cNvSpPr>
            <a:spLocks xmlns:a="http://schemas.openxmlformats.org/drawingml/2006/main" noGrp="1"/>
          </p:cNvSpPr>
          <p:nvPr/>
        </p:nvSpPr>
        <p:spPr>
          <a:xfrm xmlns:a="http://schemas.openxmlformats.org/drawingml/2006/main">
            <a:off x="723900" y="2266950"/>
            <a:ext cx="5048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1">
                <a:solidFill>
                  <a:srgbClr val="17393C"/>
                </a:solidFill>
                <a:latin typeface="Arial"/>
                <a:ea typeface="Arial"/>
                <a:cs typeface="Arial"/>
              </a:defRPr>
            </a:defPPr>
            <a:lvl1pPr algn="l">
              <a:defRPr sz="1800" b="1">
                <a:solidFill>
                  <a:srgbClr val="17393C"/>
                </a:solidFill>
                <a:latin typeface="Arial"/>
                <a:ea typeface="Arial"/>
                <a:cs typeface="Arial"/>
              </a:defRPr>
            </a:lvl1pPr>
            <a:lvl2pPr algn="l">
              <a:defRPr sz="1800" b="1">
                <a:solidFill>
                  <a:srgbClr val="17393C"/>
                </a:solidFill>
                <a:latin typeface="Arial"/>
                <a:ea typeface="Arial"/>
                <a:cs typeface="Arial"/>
              </a:defRPr>
            </a:lvl2pPr>
            <a:lvl3pPr algn="l">
              <a:defRPr sz="1800" b="1">
                <a:solidFill>
                  <a:srgbClr val="17393C"/>
                </a:solidFill>
                <a:latin typeface="Arial"/>
                <a:ea typeface="Arial"/>
                <a:cs typeface="Arial"/>
              </a:defRPr>
            </a:lvl3pPr>
            <a:lvl4pPr algn="l">
              <a:defRPr sz="1800" b="1">
                <a:solidFill>
                  <a:srgbClr val="17393C"/>
                </a:solidFill>
                <a:latin typeface="Arial"/>
                <a:ea typeface="Arial"/>
                <a:cs typeface="Arial"/>
              </a:defRPr>
            </a:lvl4pPr>
            <a:lvl5pPr algn="l">
              <a:defRPr sz="1800" b="1">
                <a:solidFill>
                  <a:srgbClr val="17393C"/>
                </a:solidFill>
                <a:latin typeface="Arial"/>
                <a:ea typeface="Arial"/>
                <a:cs typeface="Arial"/>
              </a:defRPr>
            </a:lvl5pPr>
            <a:lvl6pPr algn="l">
              <a:defRPr sz="1800" b="1">
                <a:solidFill>
                  <a:srgbClr val="17393C"/>
                </a:solidFill>
                <a:latin typeface="Arial"/>
                <a:ea typeface="Arial"/>
                <a:cs typeface="Arial"/>
              </a:defRPr>
            </a:lvl6pPr>
            <a:lvl7pPr algn="l">
              <a:defRPr sz="1800" b="1">
                <a:solidFill>
                  <a:srgbClr val="17393C"/>
                </a:solidFill>
                <a:latin typeface="Arial"/>
                <a:ea typeface="Arial"/>
                <a:cs typeface="Arial"/>
              </a:defRPr>
            </a:lvl7pPr>
            <a:lvl8pPr algn="l">
              <a:defRPr sz="1800" b="1">
                <a:solidFill>
                  <a:srgbClr val="17393C"/>
                </a:solidFill>
                <a:latin typeface="Arial"/>
                <a:ea typeface="Arial"/>
                <a:cs typeface="Arial"/>
              </a:defRPr>
            </a:lvl8pPr>
            <a:lvl9pPr algn="l">
              <a:defRPr sz="1800" b="1">
                <a:solidFill>
                  <a:srgbClr val="17393C"/>
                </a:solidFill>
                <a:latin typeface="Arial"/>
                <a:ea typeface="Arial"/>
                <a:cs typeface="Arial"/>
              </a:defRPr>
            </a:lvl9pPr>
          </a:lstStyle>
          <a:p xmlns:a="http://schemas.openxmlformats.org/drawingml/2006/main">
            <a:pPr algn="l">
              <a:lnSpc>
                <a:spcPct val="106000"/>
              </a:lnSpc>
              <a:buNone/>
              <a:defRPr sz="1800" b="1">
                <a:solidFill>
                  <a:srgbClr val="17393C"/>
                </a:solidFill>
                <a:latin typeface="Arial"/>
                <a:ea typeface="Arial"/>
                <a:cs typeface="Arial"/>
              </a:defRPr>
            </a:pPr>
            <a:r>
              <a:rPr sz="1800" b="1">
                <a:solidFill>
                  <a:srgbClr val="17393C"/>
                </a:solidFill>
                <a:latin typeface="Arial"/>
                <a:ea typeface="Arial"/>
                <a:cs typeface="Arial"/>
              </a:rPr>
              <a:t>37 acceptance scenarios</a:t>
            </a:r>
          </a:p>
          <a:p xmlns:a="http://schemas.openxmlformats.org/drawingml/2006/main">
            <a:pPr algn="l">
              <a:lnSpc>
                <a:spcPct val="106000"/>
              </a:lnSpc>
              <a:buNone/>
              <a:defRPr sz="1800" b="1">
                <a:solidFill>
                  <a:srgbClr val="17393C"/>
                </a:solidFill>
                <a:latin typeface="Arial"/>
                <a:ea typeface="Arial"/>
                <a:cs typeface="Arial"/>
              </a:defRPr>
            </a:pPr>
            <a:r>
              <a:rPr sz="1800" b="1">
                <a:solidFill>
                  <a:srgbClr val="17393C"/>
                </a:solidFill>
                <a:latin typeface="Arial"/>
                <a:ea typeface="Arial"/>
                <a:cs typeface="Arial"/>
              </a:rPr>
              <a:t>72 existing tests passed</a:t>
            </a:r>
          </a:p>
        </p:txBody>
      </p:sp>
      <p:sp>
        <p:nvSpPr>
          <p:cNvPr id="7" name="offline-detail">
            <a:extLst xmlns:a="http://schemas.openxmlformats.org/drawingml/2006/main">
              <a:ext uri="{FF2B5EF4-FFF2-40B4-BE49-F238E27FC236}">
                <a16:creationId xmlns:a16="http://schemas.microsoft.com/office/drawing/2014/main" id="{68077912-8A51-424C-B30E-EC00DF625928}"/>
              </a:ext>
            </a:extLst>
          </p:cNvPr>
          <p:cNvSpPr>
            <a:spLocks xmlns:a="http://schemas.openxmlformats.org/drawingml/2006/main" noGrp="1"/>
          </p:cNvSpPr>
          <p:nvPr/>
        </p:nvSpPr>
        <p:spPr>
          <a:xfrm xmlns:a="http://schemas.openxmlformats.org/drawingml/2006/main">
            <a:off x="723900" y="3009900"/>
            <a:ext cx="49530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0">
                <a:solidFill>
                  <a:srgbClr val="34595D"/>
                </a:solidFill>
                <a:latin typeface="Arial"/>
                <a:ea typeface="Arial"/>
                <a:cs typeface="Arial"/>
              </a:defRPr>
            </a:defPPr>
            <a:lvl1pPr algn="l">
              <a:defRPr sz="1725" b="0">
                <a:solidFill>
                  <a:srgbClr val="34595D"/>
                </a:solidFill>
                <a:latin typeface="Arial"/>
                <a:ea typeface="Arial"/>
                <a:cs typeface="Arial"/>
              </a:defRPr>
            </a:lvl1pPr>
            <a:lvl2pPr algn="l">
              <a:defRPr sz="1725" b="0">
                <a:solidFill>
                  <a:srgbClr val="34595D"/>
                </a:solidFill>
                <a:latin typeface="Arial"/>
                <a:ea typeface="Arial"/>
                <a:cs typeface="Arial"/>
              </a:defRPr>
            </a:lvl2pPr>
            <a:lvl3pPr algn="l">
              <a:defRPr sz="1725" b="0">
                <a:solidFill>
                  <a:srgbClr val="34595D"/>
                </a:solidFill>
                <a:latin typeface="Arial"/>
                <a:ea typeface="Arial"/>
                <a:cs typeface="Arial"/>
              </a:defRPr>
            </a:lvl3pPr>
            <a:lvl4pPr algn="l">
              <a:defRPr sz="1725" b="0">
                <a:solidFill>
                  <a:srgbClr val="34595D"/>
                </a:solidFill>
                <a:latin typeface="Arial"/>
                <a:ea typeface="Arial"/>
                <a:cs typeface="Arial"/>
              </a:defRPr>
            </a:lvl4pPr>
            <a:lvl5pPr algn="l">
              <a:defRPr sz="1725" b="0">
                <a:solidFill>
                  <a:srgbClr val="34595D"/>
                </a:solidFill>
                <a:latin typeface="Arial"/>
                <a:ea typeface="Arial"/>
                <a:cs typeface="Arial"/>
              </a:defRPr>
            </a:lvl5pPr>
            <a:lvl6pPr algn="l">
              <a:defRPr sz="1725" b="0">
                <a:solidFill>
                  <a:srgbClr val="34595D"/>
                </a:solidFill>
                <a:latin typeface="Arial"/>
                <a:ea typeface="Arial"/>
                <a:cs typeface="Arial"/>
              </a:defRPr>
            </a:lvl6pPr>
            <a:lvl7pPr algn="l">
              <a:defRPr sz="1725" b="0">
                <a:solidFill>
                  <a:srgbClr val="34595D"/>
                </a:solidFill>
                <a:latin typeface="Arial"/>
                <a:ea typeface="Arial"/>
                <a:cs typeface="Arial"/>
              </a:defRPr>
            </a:lvl7pPr>
            <a:lvl8pPr algn="l">
              <a:defRPr sz="1725" b="0">
                <a:solidFill>
                  <a:srgbClr val="34595D"/>
                </a:solidFill>
                <a:latin typeface="Arial"/>
                <a:ea typeface="Arial"/>
                <a:cs typeface="Arial"/>
              </a:defRPr>
            </a:lvl8pPr>
            <a:lvl9pPr algn="l">
              <a:defRPr sz="1725" b="0">
                <a:solidFill>
                  <a:srgbClr val="34595D"/>
                </a:solidFill>
                <a:latin typeface="Arial"/>
                <a:ea typeface="Arial"/>
                <a:cs typeface="Arial"/>
              </a:defRPr>
            </a:lvl9pPr>
          </a:lstStyle>
          <a:p xmlns:a="http://schemas.openxmlformats.org/drawingml/2006/main">
            <a:pPr algn="l">
              <a:lnSpc>
                <a:spcPct val="108000"/>
              </a:lnSpc>
              <a:buNone/>
              <a:defRPr sz="1725" b="0">
                <a:solidFill>
                  <a:srgbClr val="34595D"/>
                </a:solidFill>
                <a:latin typeface="Arial"/>
                <a:ea typeface="Arial"/>
                <a:cs typeface="Arial"/>
              </a:defRPr>
            </a:pPr>
            <a:r>
              <a:rPr sz="1725" b="0">
                <a:solidFill>
                  <a:srgbClr val="34595D"/>
                </a:solidFill>
                <a:latin typeface="Arial"/>
                <a:ea typeface="Arial"/>
                <a:cs typeface="Arial"/>
              </a:rPr>
              <a:t>Zero model calls and no network access.</a:t>
            </a:r>
          </a:p>
          <a:p xmlns:a="http://schemas.openxmlformats.org/drawingml/2006/main">
            <a:r>
              <a:t/>
            </a:r>
          </a:p>
          <a:p xmlns:a="http://schemas.openxmlformats.org/drawingml/2006/main">
            <a:pPr algn="l">
              <a:lnSpc>
                <a:spcPct val="108000"/>
              </a:lnSpc>
              <a:buNone/>
              <a:defRPr sz="1725" b="0">
                <a:solidFill>
                  <a:srgbClr val="34595D"/>
                </a:solidFill>
                <a:latin typeface="Arial"/>
                <a:ea typeface="Arial"/>
                <a:cs typeface="Arial"/>
              </a:defRPr>
            </a:pPr>
            <a:r>
              <a:rPr sz="1725" b="0">
                <a:solidFill>
                  <a:srgbClr val="34595D"/>
                </a:solidFill>
                <a:latin typeface="Arial"/>
                <a:ea typeface="Arial"/>
                <a:cs typeface="Arial"/>
              </a:rPr>
              <a:t>XLSX skill files and resources round-trip unchanged.</a:t>
            </a:r>
          </a:p>
          <a:p xmlns:a="http://schemas.openxmlformats.org/drawingml/2006/main">
            <a:r>
              <a:t/>
            </a:r>
          </a:p>
          <a:p xmlns:a="http://schemas.openxmlformats.org/drawingml/2006/main">
            <a:pPr algn="l">
              <a:lnSpc>
                <a:spcPct val="108000"/>
              </a:lnSpc>
              <a:buNone/>
              <a:defRPr sz="1725" b="0">
                <a:solidFill>
                  <a:srgbClr val="34595D"/>
                </a:solidFill>
                <a:latin typeface="Arial"/>
                <a:ea typeface="Arial"/>
                <a:cs typeface="Arial"/>
              </a:defRPr>
            </a:pPr>
            <a:r>
              <a:rPr sz="1725" b="0">
                <a:solidFill>
                  <a:srgbClr val="34595D"/>
                </a:solidFill>
                <a:latin typeface="Arial"/>
                <a:ea typeface="Arial"/>
                <a:cs typeface="Arial"/>
              </a:rPr>
              <a:t>Rendered skill passes the format validator.</a:t>
            </a:r>
          </a:p>
          <a:p xmlns:a="http://schemas.openxmlformats.org/drawingml/2006/main">
            <a:r>
              <a:t/>
            </a:r>
          </a:p>
          <a:p xmlns:a="http://schemas.openxmlformats.org/drawingml/2006/main">
            <a:pPr algn="l">
              <a:lnSpc>
                <a:spcPct val="108000"/>
              </a:lnSpc>
              <a:buNone/>
              <a:defRPr sz="1725" b="0">
                <a:solidFill>
                  <a:srgbClr val="34595D"/>
                </a:solidFill>
                <a:latin typeface="Arial"/>
                <a:ea typeface="Arial"/>
                <a:cs typeface="Arial"/>
              </a:defRPr>
            </a:pPr>
            <a:r>
              <a:rPr sz="1725" b="0">
                <a:solidFill>
                  <a:srgbClr val="34595D"/>
                </a:solidFill>
                <a:latin typeface="Arial"/>
                <a:ea typeface="Arial"/>
                <a:cs typeface="Arial"/>
              </a:rPr>
              <a:t>Recorded demo inserts nested exceptions and replays protected contexts.</a:t>
            </a:r>
          </a:p>
        </p:txBody>
      </p:sp>
      <p:sp>
        <p:nvSpPr>
          <p:cNvPr id="8" name="">
            <a:extLst xmlns:a="http://schemas.openxmlformats.org/drawingml/2006/main">
              <a:ext uri="{FF2B5EF4-FFF2-40B4-BE49-F238E27FC236}">
                <a16:creationId xmlns:a16="http://schemas.microsoft.com/office/drawing/2014/main" id="{0DB82BEC-6EB6-45CE-B135-EA7EA19DB187}"/>
              </a:ext>
            </a:extLst>
          </p:cNvPr>
          <p:cNvSpPr>
            <a:spLocks xmlns:a="http://schemas.openxmlformats.org/drawingml/2006/main" noGrp="1"/>
          </p:cNvSpPr>
          <p:nvPr/>
        </p:nvSpPr>
        <p:spPr>
          <a:xfrm xmlns:a="http://schemas.openxmlformats.org/drawingml/2006/main">
            <a:off x="6096000" y="1866900"/>
            <a:ext cx="0" cy="3467100"/>
          </a:xfrm>
          <a:prstGeom xmlns:a="http://schemas.openxmlformats.org/drawingml/2006/main" prst="line">
            <a:avLst/>
          </a:prstGeom>
          <a:noFill xmlns:a="http://schemas.openxmlformats.org/drawingml/2006/main"/>
          <a:ln xmlns:a="http://schemas.openxmlformats.org/drawingml/2006/main" w="14288">
            <a:solidFill>
              <a:srgbClr val="CAD8D4"/>
            </a:solidFill>
            <a:prstDash val="solid"/>
          </a:ln>
        </p:spPr>
      </p:sp>
      <p:sp>
        <p:nvSpPr>
          <p:cNvPr id="9" name="gpu-heading">
            <a:extLst xmlns:a="http://schemas.openxmlformats.org/drawingml/2006/main">
              <a:ext uri="{FF2B5EF4-FFF2-40B4-BE49-F238E27FC236}">
                <a16:creationId xmlns:a16="http://schemas.microsoft.com/office/drawing/2014/main" id="{47DEBDE1-1E31-44A2-B9CD-AA74A985B177}"/>
              </a:ext>
            </a:extLst>
          </p:cNvPr>
          <p:cNvSpPr>
            <a:spLocks xmlns:a="http://schemas.openxmlformats.org/drawingml/2006/main" noGrp="1"/>
          </p:cNvSpPr>
          <p:nvPr/>
        </p:nvSpPr>
        <p:spPr>
          <a:xfrm xmlns:a="http://schemas.openxmlformats.org/drawingml/2006/main">
            <a:off x="6591300" y="1847850"/>
            <a:ext cx="4857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1">
                <a:solidFill>
                  <a:srgbClr val="B9802A"/>
                </a:solidFill>
                <a:latin typeface="Arial"/>
                <a:ea typeface="Arial"/>
                <a:cs typeface="Arial"/>
              </a:defRPr>
            </a:defPPr>
            <a:lvl1pPr algn="l">
              <a:defRPr sz="2025" b="1">
                <a:solidFill>
                  <a:srgbClr val="B9802A"/>
                </a:solidFill>
                <a:latin typeface="Arial"/>
                <a:ea typeface="Arial"/>
                <a:cs typeface="Arial"/>
              </a:defRPr>
            </a:lvl1pPr>
            <a:lvl2pPr algn="l">
              <a:defRPr sz="2025" b="1">
                <a:solidFill>
                  <a:srgbClr val="B9802A"/>
                </a:solidFill>
                <a:latin typeface="Arial"/>
                <a:ea typeface="Arial"/>
                <a:cs typeface="Arial"/>
              </a:defRPr>
            </a:lvl2pPr>
            <a:lvl3pPr algn="l">
              <a:defRPr sz="2025" b="1">
                <a:solidFill>
                  <a:srgbClr val="B9802A"/>
                </a:solidFill>
                <a:latin typeface="Arial"/>
                <a:ea typeface="Arial"/>
                <a:cs typeface="Arial"/>
              </a:defRPr>
            </a:lvl3pPr>
            <a:lvl4pPr algn="l">
              <a:defRPr sz="2025" b="1">
                <a:solidFill>
                  <a:srgbClr val="B9802A"/>
                </a:solidFill>
                <a:latin typeface="Arial"/>
                <a:ea typeface="Arial"/>
                <a:cs typeface="Arial"/>
              </a:defRPr>
            </a:lvl4pPr>
            <a:lvl5pPr algn="l">
              <a:defRPr sz="2025" b="1">
                <a:solidFill>
                  <a:srgbClr val="B9802A"/>
                </a:solidFill>
                <a:latin typeface="Arial"/>
                <a:ea typeface="Arial"/>
                <a:cs typeface="Arial"/>
              </a:defRPr>
            </a:lvl5pPr>
            <a:lvl6pPr algn="l">
              <a:defRPr sz="2025" b="1">
                <a:solidFill>
                  <a:srgbClr val="B9802A"/>
                </a:solidFill>
                <a:latin typeface="Arial"/>
                <a:ea typeface="Arial"/>
                <a:cs typeface="Arial"/>
              </a:defRPr>
            </a:lvl6pPr>
            <a:lvl7pPr algn="l">
              <a:defRPr sz="2025" b="1">
                <a:solidFill>
                  <a:srgbClr val="B9802A"/>
                </a:solidFill>
                <a:latin typeface="Arial"/>
                <a:ea typeface="Arial"/>
                <a:cs typeface="Arial"/>
              </a:defRPr>
            </a:lvl7pPr>
            <a:lvl8pPr algn="l">
              <a:defRPr sz="2025" b="1">
                <a:solidFill>
                  <a:srgbClr val="B9802A"/>
                </a:solidFill>
                <a:latin typeface="Arial"/>
                <a:ea typeface="Arial"/>
                <a:cs typeface="Arial"/>
              </a:defRPr>
            </a:lvl8pPr>
            <a:lvl9pPr algn="l">
              <a:defRPr sz="2025" b="1">
                <a:solidFill>
                  <a:srgbClr val="B9802A"/>
                </a:solidFill>
                <a:latin typeface="Arial"/>
                <a:ea typeface="Arial"/>
                <a:cs typeface="Arial"/>
              </a:defRPr>
            </a:lvl9pPr>
          </a:lstStyle>
          <a:p xmlns:a="http://schemas.openxmlformats.org/drawingml/2006/main">
            <a:pPr algn="l">
              <a:lnSpc>
                <a:spcPct val="104000"/>
              </a:lnSpc>
              <a:buNone/>
              <a:defRPr sz="2025" b="1">
                <a:solidFill>
                  <a:srgbClr val="B9802A"/>
                </a:solidFill>
                <a:latin typeface="Arial"/>
                <a:ea typeface="Arial"/>
                <a:cs typeface="Arial"/>
              </a:defRPr>
            </a:pPr>
            <a:r>
              <a:rPr sz="2025" b="1">
                <a:solidFill>
                  <a:srgbClr val="B9802A"/>
                </a:solidFill>
                <a:latin typeface="Arial"/>
                <a:ea typeface="Arial"/>
                <a:cs typeface="Arial"/>
              </a:rPr>
              <a:t>WITH LIVE MODEL ACCESS</a:t>
            </a:r>
          </a:p>
        </p:txBody>
      </p:sp>
      <p:sp>
        <p:nvSpPr>
          <p:cNvPr id="10" name="gpu-details">
            <a:extLst xmlns:a="http://schemas.openxmlformats.org/drawingml/2006/main">
              <a:ext uri="{FF2B5EF4-FFF2-40B4-BE49-F238E27FC236}">
                <a16:creationId xmlns:a16="http://schemas.microsoft.com/office/drawing/2014/main" id="{B00EC490-EC80-4597-A75D-949D466BF1EB}"/>
              </a:ext>
            </a:extLst>
          </p:cNvPr>
          <p:cNvSpPr>
            <a:spLocks xmlns:a="http://schemas.openxmlformats.org/drawingml/2006/main" noGrp="1"/>
          </p:cNvSpPr>
          <p:nvPr/>
        </p:nvSpPr>
        <p:spPr>
          <a:xfrm xmlns:a="http://schemas.openxmlformats.org/drawingml/2006/main">
            <a:off x="6591300" y="2324100"/>
            <a:ext cx="4857750" cy="3086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0">
                <a:solidFill>
                  <a:srgbClr val="34595D"/>
                </a:solidFill>
                <a:latin typeface="Arial"/>
                <a:ea typeface="Arial"/>
                <a:cs typeface="Arial"/>
              </a:defRPr>
            </a:defPPr>
            <a:lvl1pPr algn="l">
              <a:defRPr sz="1725" b="0">
                <a:solidFill>
                  <a:srgbClr val="34595D"/>
                </a:solidFill>
                <a:latin typeface="Arial"/>
                <a:ea typeface="Arial"/>
                <a:cs typeface="Arial"/>
              </a:defRPr>
            </a:lvl1pPr>
            <a:lvl2pPr algn="l">
              <a:defRPr sz="1725" b="0">
                <a:solidFill>
                  <a:srgbClr val="34595D"/>
                </a:solidFill>
                <a:latin typeface="Arial"/>
                <a:ea typeface="Arial"/>
                <a:cs typeface="Arial"/>
              </a:defRPr>
            </a:lvl2pPr>
            <a:lvl3pPr algn="l">
              <a:defRPr sz="1725" b="0">
                <a:solidFill>
                  <a:srgbClr val="34595D"/>
                </a:solidFill>
                <a:latin typeface="Arial"/>
                <a:ea typeface="Arial"/>
                <a:cs typeface="Arial"/>
              </a:defRPr>
            </a:lvl3pPr>
            <a:lvl4pPr algn="l">
              <a:defRPr sz="1725" b="0">
                <a:solidFill>
                  <a:srgbClr val="34595D"/>
                </a:solidFill>
                <a:latin typeface="Arial"/>
                <a:ea typeface="Arial"/>
                <a:cs typeface="Arial"/>
              </a:defRPr>
            </a:lvl4pPr>
            <a:lvl5pPr algn="l">
              <a:defRPr sz="1725" b="0">
                <a:solidFill>
                  <a:srgbClr val="34595D"/>
                </a:solidFill>
                <a:latin typeface="Arial"/>
                <a:ea typeface="Arial"/>
                <a:cs typeface="Arial"/>
              </a:defRPr>
            </a:lvl5pPr>
            <a:lvl6pPr algn="l">
              <a:defRPr sz="1725" b="0">
                <a:solidFill>
                  <a:srgbClr val="34595D"/>
                </a:solidFill>
                <a:latin typeface="Arial"/>
                <a:ea typeface="Arial"/>
                <a:cs typeface="Arial"/>
              </a:defRPr>
            </a:lvl6pPr>
            <a:lvl7pPr algn="l">
              <a:defRPr sz="1725" b="0">
                <a:solidFill>
                  <a:srgbClr val="34595D"/>
                </a:solidFill>
                <a:latin typeface="Arial"/>
                <a:ea typeface="Arial"/>
                <a:cs typeface="Arial"/>
              </a:defRPr>
            </a:lvl7pPr>
            <a:lvl8pPr algn="l">
              <a:defRPr sz="1725" b="0">
                <a:solidFill>
                  <a:srgbClr val="34595D"/>
                </a:solidFill>
                <a:latin typeface="Arial"/>
                <a:ea typeface="Arial"/>
                <a:cs typeface="Arial"/>
              </a:defRPr>
            </a:lvl8pPr>
            <a:lvl9pPr algn="l">
              <a:defRPr sz="1725" b="0">
                <a:solidFill>
                  <a:srgbClr val="34595D"/>
                </a:solidFill>
                <a:latin typeface="Arial"/>
                <a:ea typeface="Arial"/>
                <a:cs typeface="Arial"/>
              </a:defRPr>
            </a:lvl9pPr>
          </a:lstStyle>
          <a:p xmlns:a="http://schemas.openxmlformats.org/drawingml/2006/main">
            <a:pPr algn="l">
              <a:lnSpc>
                <a:spcPct val="102000"/>
              </a:lnSpc>
              <a:buNone/>
              <a:defRPr sz="1725" b="0">
                <a:solidFill>
                  <a:srgbClr val="34595D"/>
                </a:solidFill>
                <a:latin typeface="Arial"/>
                <a:ea typeface="Arial"/>
                <a:cs typeface="Arial"/>
              </a:defRPr>
            </a:pPr>
            <a:r>
              <a:rPr sz="1725" b="0">
                <a:solidFill>
                  <a:srgbClr val="34595D"/>
                </a:solidFill>
                <a:latin typeface="Arial"/>
                <a:ea typeface="Arial"/>
                <a:cs typeface="Arial"/>
              </a:rPr>
              <a:t>Condition evaluation</a:t>
            </a:r>
          </a:p>
          <a:p xmlns:a="http://schemas.openxmlformats.org/drawingml/2006/main">
            <a:pPr algn="l">
              <a:lnSpc>
                <a:spcPct val="102000"/>
              </a:lnSpc>
              <a:buNone/>
              <a:defRPr sz="1725" b="0">
                <a:solidFill>
                  <a:srgbClr val="34595D"/>
                </a:solidFill>
                <a:latin typeface="Arial"/>
                <a:ea typeface="Arial"/>
                <a:cs typeface="Arial"/>
              </a:defRPr>
            </a:pPr>
            <a:r>
              <a:rPr sz="1725" b="0">
                <a:solidFill>
                  <a:srgbClr val="34595D"/>
                </a:solidFill>
                <a:latin typeface="Arial"/>
                <a:ea typeface="Arial"/>
                <a:cs typeface="Arial"/>
              </a:rPr>
              <a:t>Test true / false / unknown accuracy, evidence, and larger registries.</a:t>
            </a:r>
          </a:p>
          <a:p xmlns:a="http://schemas.openxmlformats.org/drawingml/2006/main">
            <a:r>
              <a:t/>
            </a:r>
          </a:p>
          <a:p xmlns:a="http://schemas.openxmlformats.org/drawingml/2006/main">
            <a:pPr algn="l">
              <a:lnSpc>
                <a:spcPct val="102000"/>
              </a:lnSpc>
              <a:buNone/>
              <a:defRPr sz="1725" b="0">
                <a:solidFill>
                  <a:srgbClr val="34595D"/>
                </a:solidFill>
                <a:latin typeface="Arial"/>
                <a:ea typeface="Arial"/>
                <a:cs typeface="Arial"/>
              </a:defRPr>
            </a:pPr>
            <a:r>
              <a:rPr sz="1725" b="0">
                <a:solidFill>
                  <a:srgbClr val="34595D"/>
                </a:solidFill>
                <a:latin typeface="Arial"/>
                <a:ea typeface="Arial"/>
                <a:cs typeface="Arial"/>
              </a:rPr>
              <a:t>Structured patch creation</a:t>
            </a:r>
          </a:p>
          <a:p xmlns:a="http://schemas.openxmlformats.org/drawingml/2006/main">
            <a:pPr algn="l">
              <a:lnSpc>
                <a:spcPct val="102000"/>
              </a:lnSpc>
              <a:buNone/>
              <a:defRPr sz="1725" b="0">
                <a:solidFill>
                  <a:srgbClr val="34595D"/>
                </a:solidFill>
                <a:latin typeface="Arial"/>
                <a:ea typeface="Arial"/>
                <a:cs typeface="Arial"/>
              </a:defRPr>
            </a:pPr>
            <a:r>
              <a:rPr sz="1725" b="0">
                <a:solidFill>
                  <a:srgbClr val="34595D"/>
                </a:solidFill>
                <a:latin typeface="Arial"/>
                <a:ea typeface="Arial"/>
                <a:cs typeface="Arial"/>
              </a:rPr>
              <a:t>Check rule reuse, scope, safe edits, and source-case judgments.</a:t>
            </a:r>
          </a:p>
          <a:p xmlns:a="http://schemas.openxmlformats.org/drawingml/2006/main">
            <a:r>
              <a:t/>
            </a:r>
          </a:p>
          <a:p xmlns:a="http://schemas.openxmlformats.org/drawingml/2006/main">
            <a:pPr algn="l">
              <a:lnSpc>
                <a:spcPct val="102000"/>
              </a:lnSpc>
              <a:buNone/>
              <a:defRPr sz="1725" b="0">
                <a:solidFill>
                  <a:srgbClr val="34595D"/>
                </a:solidFill>
                <a:latin typeface="Arial"/>
                <a:ea typeface="Arial"/>
                <a:cs typeface="Arial"/>
              </a:defRPr>
            </a:pPr>
            <a:r>
              <a:rPr sz="1725" b="0">
                <a:solidFill>
                  <a:srgbClr val="34595D"/>
                </a:solidFill>
                <a:latin typeface="Arial"/>
                <a:ea typeface="Arial"/>
                <a:cs typeface="Arial"/>
              </a:rPr>
              <a:t>Task outcomes</a:t>
            </a:r>
          </a:p>
          <a:p xmlns:a="http://schemas.openxmlformats.org/drawingml/2006/main">
            <a:pPr algn="l">
              <a:lnSpc>
                <a:spcPct val="102000"/>
              </a:lnSpc>
              <a:buNone/>
              <a:defRPr sz="1725" b="0">
                <a:solidFill>
                  <a:srgbClr val="34595D"/>
                </a:solidFill>
                <a:latin typeface="Arial"/>
                <a:ea typeface="Arial"/>
                <a:cs typeface="Arial"/>
              </a:defRPr>
            </a:pPr>
            <a:r>
              <a:rPr sz="1725" b="0">
                <a:solidFill>
                  <a:srgbClr val="34595D"/>
                </a:solidFill>
                <a:latin typeface="Arial"/>
                <a:ea typeface="Arial"/>
                <a:cs typeface="Arial"/>
              </a:rPr>
              <a:t>Start with three evolution tasks and one worker. Replay repairs and protected successes, then compare accuracy and regressions.</a:t>
            </a:r>
          </a:p>
        </p:txBody>
      </p:sp>
      <p:sp>
        <p:nvSpPr>
          <p:cNvPr id="11" name="engine-blocker">
            <a:extLst xmlns:a="http://schemas.openxmlformats.org/drawingml/2006/main">
              <a:ext uri="{FF2B5EF4-FFF2-40B4-BE49-F238E27FC236}">
                <a16:creationId xmlns:a16="http://schemas.microsoft.com/office/drawing/2014/main" id="{9A250406-13D9-4530-A59F-539316FB2C75}"/>
              </a:ext>
            </a:extLst>
          </p:cNvPr>
          <p:cNvSpPr>
            <a:spLocks xmlns:a="http://schemas.openxmlformats.org/drawingml/2006/main" noGrp="1"/>
          </p:cNvSpPr>
          <p:nvPr/>
        </p:nvSpPr>
        <p:spPr>
          <a:xfrm xmlns:a="http://schemas.openxmlformats.org/drawingml/2006/main">
            <a:off x="723900" y="5505450"/>
            <a:ext cx="10744200" cy="800100"/>
          </a:xfrm>
          <a:prstGeom xmlns:a="http://schemas.openxmlformats.org/drawingml/2006/main" prst="roundRect">
            <a:avLst>
              <a:gd name="adj" fmla="val 9524"/>
            </a:avLst>
          </a:prstGeom>
          <a:solidFill xmlns:a="http://schemas.openxmlformats.org/drawingml/2006/main">
            <a:srgbClr val="F8F0E2"/>
          </a:solidFill>
          <a:ln xmlns:a="http://schemas.openxmlformats.org/drawingml/2006/main" w="10478">
            <a:solidFill>
              <a:srgbClr val="E5CFA8"/>
            </a:solidFill>
            <a:prstDash val="solid"/>
          </a:ln>
        </p:spPr>
      </p:sp>
      <p:sp>
        <p:nvSpPr>
          <p:cNvPr id="12" name="engine-blocker-title">
            <a:extLst xmlns:a="http://schemas.openxmlformats.org/drawingml/2006/main">
              <a:ext uri="{FF2B5EF4-FFF2-40B4-BE49-F238E27FC236}">
                <a16:creationId xmlns:a16="http://schemas.microsoft.com/office/drawing/2014/main" id="{CC7AF593-81B8-4EC1-B717-7A38A7B3F75B}"/>
              </a:ext>
            </a:extLst>
          </p:cNvPr>
          <p:cNvSpPr>
            <a:spLocks xmlns:a="http://schemas.openxmlformats.org/drawingml/2006/main" noGrp="1"/>
          </p:cNvSpPr>
          <p:nvPr/>
        </p:nvSpPr>
        <p:spPr>
          <a:xfrm xmlns:a="http://schemas.openxmlformats.org/drawingml/2006/main">
            <a:off x="895350" y="558165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00" b="1">
                <a:solidFill>
                  <a:srgbClr val="B9802A"/>
                </a:solidFill>
                <a:latin typeface="Arial"/>
                <a:ea typeface="Arial"/>
                <a:cs typeface="Arial"/>
              </a:defRPr>
            </a:defPPr>
            <a:lvl1pPr algn="l">
              <a:defRPr sz="1200" b="1">
                <a:solidFill>
                  <a:srgbClr val="B9802A"/>
                </a:solidFill>
                <a:latin typeface="Arial"/>
                <a:ea typeface="Arial"/>
                <a:cs typeface="Arial"/>
              </a:defRPr>
            </a:lvl1pPr>
            <a:lvl2pPr algn="l">
              <a:defRPr sz="1200" b="1">
                <a:solidFill>
                  <a:srgbClr val="B9802A"/>
                </a:solidFill>
                <a:latin typeface="Arial"/>
                <a:ea typeface="Arial"/>
                <a:cs typeface="Arial"/>
              </a:defRPr>
            </a:lvl2pPr>
            <a:lvl3pPr algn="l">
              <a:defRPr sz="1200" b="1">
                <a:solidFill>
                  <a:srgbClr val="B9802A"/>
                </a:solidFill>
                <a:latin typeface="Arial"/>
                <a:ea typeface="Arial"/>
                <a:cs typeface="Arial"/>
              </a:defRPr>
            </a:lvl3pPr>
            <a:lvl4pPr algn="l">
              <a:defRPr sz="1200" b="1">
                <a:solidFill>
                  <a:srgbClr val="B9802A"/>
                </a:solidFill>
                <a:latin typeface="Arial"/>
                <a:ea typeface="Arial"/>
                <a:cs typeface="Arial"/>
              </a:defRPr>
            </a:lvl4pPr>
            <a:lvl5pPr algn="l">
              <a:defRPr sz="1200" b="1">
                <a:solidFill>
                  <a:srgbClr val="B9802A"/>
                </a:solidFill>
                <a:latin typeface="Arial"/>
                <a:ea typeface="Arial"/>
                <a:cs typeface="Arial"/>
              </a:defRPr>
            </a:lvl5pPr>
            <a:lvl6pPr algn="l">
              <a:defRPr sz="1200" b="1">
                <a:solidFill>
                  <a:srgbClr val="B9802A"/>
                </a:solidFill>
                <a:latin typeface="Arial"/>
                <a:ea typeface="Arial"/>
                <a:cs typeface="Arial"/>
              </a:defRPr>
            </a:lvl6pPr>
            <a:lvl7pPr algn="l">
              <a:defRPr sz="1200" b="1">
                <a:solidFill>
                  <a:srgbClr val="B9802A"/>
                </a:solidFill>
                <a:latin typeface="Arial"/>
                <a:ea typeface="Arial"/>
                <a:cs typeface="Arial"/>
              </a:defRPr>
            </a:lvl7pPr>
            <a:lvl8pPr algn="l">
              <a:defRPr sz="1200" b="1">
                <a:solidFill>
                  <a:srgbClr val="B9802A"/>
                </a:solidFill>
                <a:latin typeface="Arial"/>
                <a:ea typeface="Arial"/>
                <a:cs typeface="Arial"/>
              </a:defRPr>
            </a:lvl8pPr>
            <a:lvl9pPr algn="l">
              <a:defRPr sz="1200" b="1">
                <a:solidFill>
                  <a:srgbClr val="B9802A"/>
                </a:solidFill>
                <a:latin typeface="Arial"/>
                <a:ea typeface="Arial"/>
                <a:cs typeface="Arial"/>
              </a:defRPr>
            </a:lvl9pPr>
          </a:lstStyle>
          <a:p xmlns:a="http://schemas.openxmlformats.org/drawingml/2006/main">
            <a:pPr algn="l">
              <a:lnSpc>
                <a:spcPct val="104000"/>
              </a:lnSpc>
              <a:buNone/>
              <a:defRPr sz="1200" b="1">
                <a:solidFill>
                  <a:srgbClr val="B9802A"/>
                </a:solidFill>
                <a:latin typeface="Arial"/>
                <a:ea typeface="Arial"/>
                <a:cs typeface="Arial"/>
              </a:defRPr>
            </a:pPr>
            <a:r>
              <a:rPr sz="1200" b="1">
                <a:solidFill>
                  <a:srgbClr val="B9802A"/>
                </a:solidFill>
                <a:latin typeface="Arial"/>
                <a:ea typeface="Arial"/>
                <a:cs typeface="Arial"/>
              </a:rPr>
              <a:t>SEPARATE CODE FIX, NO GPU</a:t>
            </a:r>
          </a:p>
        </p:txBody>
      </p:sp>
      <p:sp>
        <p:nvSpPr>
          <p:cNvPr id="13" name="engine-blocker-body">
            <a:extLst xmlns:a="http://schemas.openxmlformats.org/drawingml/2006/main">
              <a:ext uri="{FF2B5EF4-FFF2-40B4-BE49-F238E27FC236}">
                <a16:creationId xmlns:a16="http://schemas.microsoft.com/office/drawing/2014/main" id="{55665420-96E7-493F-BEDD-0CDA58E63B0B}"/>
              </a:ext>
            </a:extLst>
          </p:cNvPr>
          <p:cNvSpPr>
            <a:spLocks xmlns:a="http://schemas.openxmlformats.org/drawingml/2006/main" noGrp="1"/>
          </p:cNvSpPr>
          <p:nvPr/>
        </p:nvSpPr>
        <p:spPr>
          <a:xfrm xmlns:a="http://schemas.openxmlformats.org/drawingml/2006/main">
            <a:off x="895350" y="5810250"/>
            <a:ext cx="10363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75" b="0">
                <a:solidFill>
                  <a:srgbClr val="17393C"/>
                </a:solidFill>
                <a:latin typeface="Arial"/>
                <a:ea typeface="Arial"/>
                <a:cs typeface="Arial"/>
              </a:defRPr>
            </a:defPPr>
            <a:lvl1pPr algn="l">
              <a:defRPr sz="1575" b="0">
                <a:solidFill>
                  <a:srgbClr val="17393C"/>
                </a:solidFill>
                <a:latin typeface="Arial"/>
                <a:ea typeface="Arial"/>
                <a:cs typeface="Arial"/>
              </a:defRPr>
            </a:lvl1pPr>
            <a:lvl2pPr algn="l">
              <a:defRPr sz="1575" b="0">
                <a:solidFill>
                  <a:srgbClr val="17393C"/>
                </a:solidFill>
                <a:latin typeface="Arial"/>
                <a:ea typeface="Arial"/>
                <a:cs typeface="Arial"/>
              </a:defRPr>
            </a:lvl2pPr>
            <a:lvl3pPr algn="l">
              <a:defRPr sz="1575" b="0">
                <a:solidFill>
                  <a:srgbClr val="17393C"/>
                </a:solidFill>
                <a:latin typeface="Arial"/>
                <a:ea typeface="Arial"/>
                <a:cs typeface="Arial"/>
              </a:defRPr>
            </a:lvl3pPr>
            <a:lvl4pPr algn="l">
              <a:defRPr sz="1575" b="0">
                <a:solidFill>
                  <a:srgbClr val="17393C"/>
                </a:solidFill>
                <a:latin typeface="Arial"/>
                <a:ea typeface="Arial"/>
                <a:cs typeface="Arial"/>
              </a:defRPr>
            </a:lvl4pPr>
            <a:lvl5pPr algn="l">
              <a:defRPr sz="1575" b="0">
                <a:solidFill>
                  <a:srgbClr val="17393C"/>
                </a:solidFill>
                <a:latin typeface="Arial"/>
                <a:ea typeface="Arial"/>
                <a:cs typeface="Arial"/>
              </a:defRPr>
            </a:lvl5pPr>
            <a:lvl6pPr algn="l">
              <a:defRPr sz="1575" b="0">
                <a:solidFill>
                  <a:srgbClr val="17393C"/>
                </a:solidFill>
                <a:latin typeface="Arial"/>
                <a:ea typeface="Arial"/>
                <a:cs typeface="Arial"/>
              </a:defRPr>
            </a:lvl6pPr>
            <a:lvl7pPr algn="l">
              <a:defRPr sz="1575" b="0">
                <a:solidFill>
                  <a:srgbClr val="17393C"/>
                </a:solidFill>
                <a:latin typeface="Arial"/>
                <a:ea typeface="Arial"/>
                <a:cs typeface="Arial"/>
              </a:defRPr>
            </a:lvl7pPr>
            <a:lvl8pPr algn="l">
              <a:defRPr sz="1575" b="0">
                <a:solidFill>
                  <a:srgbClr val="17393C"/>
                </a:solidFill>
                <a:latin typeface="Arial"/>
                <a:ea typeface="Arial"/>
                <a:cs typeface="Arial"/>
              </a:defRPr>
            </a:lvl8pPr>
            <a:lvl9pPr algn="l">
              <a:defRPr sz="1575" b="0">
                <a:solidFill>
                  <a:srgbClr val="17393C"/>
                </a:solidFill>
                <a:latin typeface="Arial"/>
                <a:ea typeface="Arial"/>
                <a:cs typeface="Arial"/>
              </a:defRPr>
            </a:lvl9pPr>
          </a:lstStyle>
          <a:p xmlns:a="http://schemas.openxmlformats.org/drawingml/2006/main">
            <a:pPr algn="l">
              <a:lnSpc>
                <a:spcPct val="104000"/>
              </a:lnSpc>
              <a:buNone/>
              <a:defRPr sz="1575" b="0">
                <a:solidFill>
                  <a:srgbClr val="17393C"/>
                </a:solidFill>
                <a:latin typeface="Arial"/>
                <a:ea typeface="Arial"/>
                <a:cs typeface="Arial"/>
              </a:defRPr>
            </a:pPr>
            <a:r>
              <a:rPr sz="1575" b="0">
                <a:solidFill>
                  <a:srgbClr val="17393C"/>
                </a:solidFill>
                <a:latin typeface="Arial"/>
                <a:ea typeface="Arial"/>
                <a:cs typeface="Arial"/>
              </a:rPr>
              <a:t>No GPU needed: upstream fires nodes 0, 1, 2 but reports only node 2. Restore inherited conclusions and adapt tree loading plus fragment add/remove before production.</a:t>
            </a:r>
          </a:p>
        </p:txBody>
      </p:sp>
    </p:spTree>
    <p:extLst>
      <p:ext uri="{BB962C8B-B14F-4D97-AF65-F5344CB8AC3E}">
        <p14:creationId xmlns:p14="http://schemas.microsoft.com/office/powerpoint/2010/main" val="535848476"/>
      </p:ext>
    </p:extLst>
  </p:cSld>
</p:sld>
</file>

<file path=ppt/theme/theme1.xml><?xml version="1.0" encoding="utf-8"?>
<a:theme xmlns:a="http://schemas.openxmlformats.org/drawingml/2006/main" name="ChatGPT">
  <a:themeElements>
    <a:clrScheme name="Trace2Skill RDR">
      <a:dk1>
        <a:srgbClr val="000000"/>
      </a:dk1>
      <a:lt1>
        <a:srgbClr val="FFFFFF"/>
      </a:lt1>
      <a:dk2>
        <a:srgbClr val="17393C"/>
      </a:dk2>
      <a:lt2>
        <a:srgbClr val="E5F2EF"/>
      </a:lt2>
      <a:accent1>
        <a:srgbClr val="138779"/>
      </a:accent1>
      <a:accent2>
        <a:srgbClr val="487A8D"/>
      </a:accent2>
      <a:accent3>
        <a:srgbClr val="B9802A"/>
      </a:accent3>
      <a:accent4>
        <a:srgbClr val="B95F58"/>
      </a:accent4>
      <a:accent5>
        <a:srgbClr val="886BAA"/>
      </a:accent5>
      <a:accent6>
        <a:srgbClr val="2F8C68"/>
      </a:accent6>
      <a:hlink>
        <a:srgbClr val="487A8D"/>
      </a:hlink>
      <a:folHlink>
        <a:srgbClr val="886BAA"/>
      </a:folHlink>
    </a:clrScheme>
    <a:fontScheme name="">
      <a:majorFont>
        <a:latin typeface="Aptos"/>
        <a:ea typeface=""/>
        <a:cs typeface=""/>
      </a:majorFont>
      <a:minorFont>
        <a:latin typeface="Aptos"/>
        <a:ea typeface=""/>
        <a:cs typeface=""/>
      </a:minorFont>
    </a:fontScheme>
    <a:fmtScheme name="Trace2Skill RDR">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2026-10-21T05:00:56.5580000Z</dcterms:created>
  <dcterms:modified xsi:type="dcterms:W3CDTF">2026-10-21T05:00:56.5580000Z</dcterms:modified>
</coreProperties>
</file>